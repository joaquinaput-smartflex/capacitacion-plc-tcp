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jp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Comunicación TCP/IP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Delta DVP12SE11R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Formación – Nivel Intermedio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información a punto remoto vía TCP</a:t>
            </a:r>
            <a:endParaRPr lang="en-US" sz="1400" dirty="0"/>
          </a:p>
        </p:txBody>
      </p:sp>
      <p:pic>
        <p:nvPicPr>
          <p:cNvPr id="8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9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ISPSoft + COMMGR + DCISoft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del Curso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1005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Acceso al modo programación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3736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1645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– PLC como servidor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37744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2286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TCP – SOCKSND / SOCKRCV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01752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8872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embebido del PLC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57600"/>
            <a:ext cx="365760" cy="3657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88720" y="3566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Notificaciones vía SMTP</a:t>
            </a:r>
            <a:endParaRPr lang="en-US" sz="1600" dirty="0"/>
          </a:p>
        </p:txBody>
      </p:sp>
      <p:sp>
        <p:nvSpPr>
          <p:cNvPr id="24" name="Shape 1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297680"/>
            <a:ext cx="365760" cy="36576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188720" y="4206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prácticos con PLC físico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– Acceso al modo programación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Formas de acceder al modo programación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(Mini-USB)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0080" y="16459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directa PC → PLC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mini-USB estándar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ISPSoft + COMMGR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USB-Serial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00400" y="1005840"/>
            <a:ext cx="256032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4" name="Text 10"/>
          <p:cNvSpPr/>
          <p:nvPr/>
        </p:nvSpPr>
        <p:spPr>
          <a:xfrm>
            <a:off x="320040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(RJ45)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20040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383280" y="16459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vía red LAN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por defecto: 192.168.1.5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ISPSoft + COMMGR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IP en misma red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0" y="1005840"/>
            <a:ext cx="25603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94360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126480" y="16459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COM3 del PLC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RS-485 dedicado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Multi-drop (varios PLCs)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COMM3 en COMMGR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Recordatorio: Siempre verificar que COMMGR esté corriendo antes de conectar desde ISPSoft.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 de COMMGR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para configurar la conexión Ethernet: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Abrir COMMGR → Agregar nuevo driver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Seleccionar "Ethernet" como tipo de comunicación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Ingresar la IP del PLC (por defecto: 192.168.1.5)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Puerto: 502 (Modbus TCP) o según configuración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Verificar conexión: LED COMM debe parpadear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IP en el PLC: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A: Mediante DCISoft → Communication Setting → Ethernet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B: Desde programa → Instrucción TO para escribir en CR#88-91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CR#88-89: Dirección 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CR#90-91: Máscara de subred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2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– PLC como servidor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Modbus TCP?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es el protocolo estándar industrial para intercambio de datos sobre redes Ethernet. El DVP12SE soporta Modbus TCP de forma nativa a través de su puerto Ethernet integrado.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principales: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TCP 502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57200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estándar Modbus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432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H03, H06, H10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57200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Lectura/escritura de registros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16 conexiones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57200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 simultáneas de clientes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56616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licencia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457200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software adicional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Modbus TCP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88720"/>
            <a:ext cx="2286000" cy="1645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11887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DVP12SE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Modbus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192.168.x.x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Puerto: 502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926080" y="1874520"/>
            <a:ext cx="1097280" cy="7315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2" name="Text 8"/>
          <p:cNvSpPr/>
          <p:nvPr/>
        </p:nvSpPr>
        <p:spPr>
          <a:xfrm>
            <a:off x="2926080" y="1554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TCP/502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297680" y="1097280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97680" y="1097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/ HMI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Modbus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297680" y="2103120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21031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PLC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Modbus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297680" y="3108960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97680" y="3108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App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ModbusClientX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675120" y="1005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Registros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371600"/>
          <a:ext cx="2011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 Modbus TCP con DCISoft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DCISoft es la herramienta de Delta para configurar el intercambio de datos Ethernet del DVP-SE.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 configuración: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Abrir DCISoft → Tools → Communication Setting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Seleccionar Ethernet → Auto Search para encontrar el PLC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Doble clic en el PLC encontrado → Configurar parámetros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Configurar Data Exchange: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Enable Condition: Always Enable / Program Control / PLC Run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Slave ID + IP Address de los dispositivos remotos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Definir registros de lectura (←) y escritura (→)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Máx. 100 registros por esclavo (lectura + escritura)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Click en Apply → Descargar configuración al PLC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1: Modbus TCP – Lectura de sensores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CON PLC FÍSICO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PLC como servidor Modbus TCP y leer datos desde un cliente.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Verificar IP del PLC con DCISoft (192.168.0.82)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Configurar IP del PC en la misma subred (192.168.0.xxx)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 ISPSoft: Crear programa que mueva valores a D0-D9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MOV K100 D0 / MOV K200 D1 / MOV K300 D2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Descargar programa al PLC y poner en RUN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Desde ModbusClientX: Conectar a IP:502 → Read registros 40001-40010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Verificar que los valores coincidan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100, 200, 300 aparecen en los registros del cliente Modbus.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3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TCP directo – SOCKSND / SOCKRCV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son los Sockets TCP?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sockets TCP permiten comunicación directa entre dispositivos sin depender de un protocolo estándar como Modbus. El PLC puede enviar y recibir tramas de datos personalizadas.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Sockets en lugar de Modbus?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Fijo (Modbus frame)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 (definido por usuario)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(estándar)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(requiere programación)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SCADA, HMI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custom, APIs, PLCs no-Modbus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Exchange (DCISoft)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SOCKSND / SOCKRCV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Instrucciones SOCKSND y SOCKRCV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SOCKSND – Enviar datos por Socket TCP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enviar datos desde registros D del PLC a un dispositivo remoto a través de una conexión TCP.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S1: IP destino (4 registros D consecutivos)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S2: Puerto destino (ej: K10000)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S3: Registro inicial de datos a enviar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S4: Cantidad de registros a enviar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S5: Registro de estado/timeout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SOCKRCV – Recibir datos por Socket TCP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datos desde un dispositivo remoto y los almacena en registros D del PLC.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estructura de parámetros que SOCKSND pero en sentido inverso.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 de conexión Socket TCP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especiales para Ethernet (DVP-SE):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comunicación Ethernet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H86 (habilitar)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ID del Master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D1355-D1370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destino (según conexión)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de envío de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M1350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M1351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de comunicación completada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ON/OFF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Consultar manual de programación DVP-SE para la tabla completa de registros especiales M1350-M1423 y D1120-D1496.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2: Envío de datos por Socket TCP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CON PLC FÍSICO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valores de sensores desde el PLC a una aplicación en PC.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en PC: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Abrir un programa listener TCP (Hercules, Packet Sender, o script Python)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Configurar para escuchar en puerto 10000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en PLC: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Configurar IP destino en registros 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Cargar datos de ejemplo en D100-D109 (simular sensores)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Usar SOCKSND para enviar D100-D109 al PC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Verificar recepción en el listener del PC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Implementar envío periódico con temporizador (ej: cada 5 seg)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4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embebido del PLC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Webserver embebido del DVP-SE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DVP12SE cuenta con capacidad de webserver integrado que permite monitorear el estado del PLC desde cualquier navegador web sin software adicional.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Capacidades: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428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estado de entradas y salidas en tiempo real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24328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2606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registros D y estado de relés M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44368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29260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cualquier dispositivo con navegador (PC, tablet, celular)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64408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05840" y="32461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parámetros de red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584448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05840" y="35661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por usuario y contraseña</a:t>
            </a:r>
            <a:endParaRPr lang="en-US" sz="13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904488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05840" y="3886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instalación de software en el cliente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Acceso y configuración del Webserver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webserver: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Conectar PC y PLC en la misma 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Abrir navegador → ingresar: https://[IP_del_PLC]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Ejemplo: https://192.168.0.82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Ingresar usuario y contraseña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VALBOL: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Red: ValBol_4709_5G o Valbol_4709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Clave WiFi: Valbol2024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 PLC SENSIA: 192.168.0.82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Usuario: Admin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Clave: vMiRtu800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webserver permite visualizar estados sin necesidad de ISPSoft.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Web avanzada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webserver embebido, se puede integrar el PLC con aplicaciones web usando Modbus TCP como puente.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típica: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286000"/>
            <a:ext cx="164592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DVP12SE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0" y="2286000"/>
            <a:ext cx="1645920" cy="91440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74320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OPC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0" y="2286000"/>
            <a:ext cx="1645920" cy="91440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02920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API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0" y="2286000"/>
            <a:ext cx="1645920" cy="91440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31520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App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103120" y="2697480"/>
            <a:ext cx="640080" cy="5486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9" name="Shape 15"/>
          <p:cNvSpPr/>
          <p:nvPr/>
        </p:nvSpPr>
        <p:spPr>
          <a:xfrm>
            <a:off x="4389120" y="2697480"/>
            <a:ext cx="640080" cy="5486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0" name="Shape 16"/>
          <p:cNvSpPr/>
          <p:nvPr/>
        </p:nvSpPr>
        <p:spPr>
          <a:xfrm>
            <a:off x="6675120" y="2697480"/>
            <a:ext cx="640080" cy="5486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1" name="Text 17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 gateway: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Gateway (Ubidots, Node-RED, etc.), OPC Server (KEPServerEX), o aplicación Python/Node.js que lea Modbus TCP y exponga una API REST.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3: Monitoreo vía Webserver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CON PLC FÍSICO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al webserver del PLC y monitorear estados en tiempo real.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Conectarse a la red WiFi ValBol_4709_5G (clave: Valbol2024)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Abrir navegador → https://192.168.0.82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Login: Admin / vMiRtu800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Navegar las secciones de monitoreo del webserver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Activar/desactivar entradas físicas y observar cambios en la web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Comparar con Monitor Mode de ISPSoft (mismos valores)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para reflexión: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¿Qué ventajas tiene el webserver vs ISPSoft para monitoreo?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¿Cuántos usuarios pueden acceder simultáneamente?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5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Notificaciones vía SMTP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Envío de Email desde el PLC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DVP-SE puede enviar notificaciones por email usando el protocolo SMTP. Esta funcionalidad se implementa típicamente a través de la pantalla HMI (DOP Series) o mediante un gateway intermedio.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1: Vía HMI DOP (DOPSoft + SMTP)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HMI Delta tiene servicio SMTP integrado que puede disparar emails basados en eventos del PLC.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2: Vía Gateway / PC intermedio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en PC (Python, Node.js) lee datos del PLC por Modbus TCP y envía emails cuando se detectan condiciones de alarma.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3: Vía Socket TCP a servicio SMTP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SOCKSND se pueden enviar comandos SMTP directamente desde el PLC (avanzado, requiere formatear las tramas manualmente).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 SMTP vía HMI DOP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en DOPSoft: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Abrir proyecto en DOPSoft → Configuración del sistema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Habilitar servicio SMTP: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Servidor SMTP: smtp.gmail.com (u otro proveedor)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Puerto: 587 (TLS) o 465 (SSL)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Cuenta: dirección email del remitente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Contraseña: contraseña de aplicación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Configurar triggers de envío: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Asociar a bits M del PLC (ej: M100 = alarma de presión)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Definir destinatarios, asunto y cuerpo del email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Se pueden incluir valores de registros D en el cuerpo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Descargar proyecto a la HMI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Gmail requiere "Contraseña de aplicación" (no la contraseña regular).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4: Notificación por Email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GUIADA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envío de un email de alarma cuando una condición del PLC se active.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Alarma de presión en sistema Line Break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en PLC: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Si presión &lt; umbral mínimo → SET M100 (alarma baja presión)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Si presión &gt; umbral máximo → SET M101 (alarma alta presión)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Guardar valor de presión actual en D200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en PC (lee Modbus TCP + envía email):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Conectar al PLC por Modbus TCP (pymodbus)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Leer M100, M101 cada 5 segundos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Si alarma activa → enviar email con smtplib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Incluir valor de presión (D200) en el cuerpo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6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PLC a PLC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Comunicación PLC a PLC vía Ethernet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DVP12SE permite intercambiar datos con otros PLCs Delta a través de Ethernet usando DCISoft como herramienta de configuración.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Master-Slave: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PLC actúa como MASTER y los demás como SLAVES.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Master lee/escribe registros de cada Slave automáticamente.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en DCISoft: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Conectar al PLC Master → Data Exchange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Definir Slave ID + IP Address de cada PLC esclavo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Configurar registros de lectura (←) y escritura (→)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Enable Condition: Always Enable o Program Control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Máximo: 100 registros de lectura + 100 de escritura por esclavo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dispositivos no-Delta: usar direcciones Modbus hexadecimales de 4 dígitos.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Resumen: Métodos de comunicación TCP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46888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Dificultad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SCADA, HMI, monitoreo estándar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DCISoft, puerto 502 nativo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custom, datos a medida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SOCKSND/SOCKRCV en ISPSoft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Media-Alta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 rápido sin software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Navegador web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SMTP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Alarmas y notificaciones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HMI DOP / Gateway / 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PLC a PLC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distribuidos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DCISoft (Data Exchange)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Baja-Media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Empezar con Modbus TCP para la mayoría de los casos. Usar Socket TCP solo cuando se necesite formato de datos personalizado.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¡Gracias!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herramientas utilizadas: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94436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926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ISPSoft – Programación del PLC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461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227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COMMGR – Gestión de comunicación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47872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5295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DCISoft – Configuración Ethernet y Data Exchange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9624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8313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Web – Acceso al webserver embebido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51376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4133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ModbusClientX / Hercules – Test de comunicación</a:t>
            </a:r>
            <a:endParaRPr lang="en-US" sz="1300" dirty="0"/>
          </a:p>
        </p:txBody>
      </p:sp>
      <p:pic>
        <p:nvPicPr>
          <p:cNvPr id="16" name="Image 5" descr="/home/claude/valbol_logo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17" name="Image 6" descr="/home/claude/smartflex_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Comunicación TCP/IP - PLC Delta DVP12SE11R</dc:title>
  <dc:subject>PptxGenJS Presentation</dc:subject>
  <dc:creator>VALBOL</dc:creator>
  <cp:lastModifiedBy>VALBOL</cp:lastModifiedBy>
  <cp:revision>1</cp:revision>
  <dcterms:created xsi:type="dcterms:W3CDTF">2026-02-13T11:26:16Z</dcterms:created>
  <dcterms:modified xsi:type="dcterms:W3CDTF">2026-02-13T11:26:16Z</dcterms:modified>
</cp:coreProperties>
</file>