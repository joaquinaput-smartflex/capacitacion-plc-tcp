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Industriales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físico a lo lógico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las capas de comunicación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programar el PLC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– Introducción teórica</a:t>
            </a:r>
            <a:endParaRPr lang="en-US" sz="1400" dirty="0"/>
          </a:p>
        </p:txBody>
      </p:sp>
      <p:pic>
        <p:nvPicPr>
          <p:cNvPr id="8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9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necesitamos entender las redes?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conectamos un PLC por Ethernet, no estamos simplemente "enchufando un cable".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múltiples capas de tecnología trabajando juntas para que un dato viaje del PLC a una PC, un SCADA o la nube.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estas capas nos ayuda a: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1635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problemas de conexión rápidamente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1927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246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método de comunicación adecuado para cada caso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22192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749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correctamente IP, puertos y protocolos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25112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97280" y="4251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PLC con sistemas más complejos (SCADA, IoT, nube)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1: Medio Físico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cable, la señal eléctrica, la conexión física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Medios físicos en la industria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11480" y="155448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a punto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corta (&lt;15m)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dispositivo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DB9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331720" y="1005840"/>
            <a:ext cx="192024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0"/>
          <p:cNvSpPr/>
          <p:nvPr/>
        </p:nvSpPr>
        <p:spPr>
          <a:xfrm>
            <a:off x="23317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33172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468880" y="155448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Multi-drop (bus)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1200m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32 dispositivos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trenzado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89120" y="1005840"/>
            <a:ext cx="192024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4"/>
          <p:cNvSpPr/>
          <p:nvPr/>
        </p:nvSpPr>
        <p:spPr>
          <a:xfrm>
            <a:off x="43891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(RJ45)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38912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526280" y="155448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Estrella / switch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100m por tramo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Velocidad: 100 Mbps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5e / Cat 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46520" y="1005840"/>
            <a:ext cx="192024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18"/>
          <p:cNvSpPr/>
          <p:nvPr/>
        </p:nvSpPr>
        <p:spPr>
          <a:xfrm>
            <a:off x="64465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 Óptica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4652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583680" y="155448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Largas distancias (km)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Inmune a EMI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velocidad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elevado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389120" y="3611880"/>
            <a:ext cx="192024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DVP12SE usa Ethernet (RJ45) + RS-485. Nos enfocamos en Ethernet para TCP/IP.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Ethernet: el cable que usamos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es el medio físico estándar en redes industriales modernas.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del cable RJ45: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pares trenzados de cobre (8 hilos) dentro de una vaina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5e: hasta 1 Gbps a 100 metros (el más común en industria)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6: mejor blindaje, menos interferencia electromagnética (EMI)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RJ45 macho en ambos extremos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industria se usa cable apantallado (STP/FTP) por la interferencia de motores y variadores.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MDI/MDIX del DVP-SE: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detecta automáticamente si el cable es directo o cruzado. No hace falta preocuparse por el tipo de cable.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"capas"?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enviamos un dato del PLC a una PC, ese dato pasa por varias etapas. Cada etapa agrega información y cumple una función específica.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enviar un paquete por correo: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8600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querés enviar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(valor de presión: 350)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2860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va dirigido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 destino, puerto 502)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2860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llegar en la red local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(dirección MAC del switch)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3749040"/>
            <a:ext cx="164592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camión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28600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medio físico que lo transporta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(cable Ethernet, señal eléctrica)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TCP/IP simplificado (4 capas)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1005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APLICACIÓN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383280" y="1005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TCP, HTTP, SMTP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760720" y="1005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"Leé el registro D0"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3832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/ UDP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76072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Puerto 502, control de flujo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(Internet)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338328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76072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192.168.0.82 → 192.168.0.10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9476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A RED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338328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+ Físico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76072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Cable RJ45, MAC address, switch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 rot="16200000">
            <a:off x="0" y="10058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Datos suben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 rot="16200000">
            <a:off x="0" y="265176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Datos bajan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de Acceso a Red (Física + Enlace)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1+2: El cable y las direcciones físicas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eléctricas por el cable, voltajes, frecuencia, conectores RJ45.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Enlace (Ethernet):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los bits en "tramas" y usa direcciones MAC para identificar dispositivos en la red local.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MAC: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dispositivo de red tiene una dirección MAC única de fábrica (ej: 00:1A:2B:3C:4D:5E). Es como el DNI del dispositivo – no se puede cambiar.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Ethernet: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switch aprende qué MAC está en cada puerto y envía las tramas solo al puerto correcto. Es el "cartero" de la red local.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acá? El PLC mete los datos en una "caja" Ethernet con la MAC de destino. El switch la entrega al dispositivo correcto.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de Red: Dirección 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3: Direcciones lógicas y enrutamiento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IP es la dirección lógica – a diferencia de la MAC, esta sí se puede configurar.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192.168.0.82  (4 números de 0-255 separados por puntos)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de subred: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parte de la IP identifica la RED y qué parte identifica al DISPOSITIVO.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371600" y="3200400"/>
            <a:ext cx="914400" cy="4114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5" name="Text 11"/>
          <p:cNvSpPr/>
          <p:nvPr/>
        </p:nvSpPr>
        <p:spPr>
          <a:xfrm>
            <a:off x="1371600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371600" y="3611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286000" y="320040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2468880" y="3200400"/>
            <a:ext cx="914400" cy="4114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5"/>
          <p:cNvSpPr/>
          <p:nvPr/>
        </p:nvSpPr>
        <p:spPr>
          <a:xfrm>
            <a:off x="2468880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2468880" y="3611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383280" y="320040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3566160" y="3200400"/>
            <a:ext cx="914400" cy="4114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19"/>
          <p:cNvSpPr/>
          <p:nvPr/>
        </p:nvSpPr>
        <p:spPr>
          <a:xfrm>
            <a:off x="3566160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566160" y="3611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80560" y="320040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4663440" y="3200400"/>
            <a:ext cx="91440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3"/>
          <p:cNvSpPr/>
          <p:nvPr/>
        </p:nvSpPr>
        <p:spPr>
          <a:xfrm>
            <a:off x="4663440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4663440" y="3611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comunicarse, PLC y PC deben tener la misma parte de RED (192.168.0.xx) y distinto HOST.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de Transporte: TCP y los puertos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4: Entrega confiable de datos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(Transmission Control Protocol) garantiza que los datos lleguen completos y en orden.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</a:t>
            </a:r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distinguir qué "servicio" recibe los datos: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industria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54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Lectura/escritura de registros del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/ 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 embebido del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587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de emails / notificaciones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custom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SOCKSND/SOCKRCV (puerto libre)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EtherNet/IP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Rockwell/Allen-Bradley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La IP es como la dirección de un edificio. El puerto es el número de departamento.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de Aplicación: los protocolos industriales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7: El "idioma" que hablan los dispositivos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 que define QUÉ significan los datos. Dos dispositivos pueden estar conectados por Ethernet, tener IP correcta, pero si no hablan el mismo protocolo, no se entienden.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que usa el DVP12SE: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2560320"/>
            <a:ext cx="73152" cy="502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6032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industrial. Lee/escribe registros. Puerto 502.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30936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SCADA, HMI, otros PLCs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090672"/>
            <a:ext cx="73152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560320" y="3090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web. El PLC sirve una página de monitoreo.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09360" y="3090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embebido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3621024"/>
            <a:ext cx="73152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36210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560320" y="3621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correo electrónico para notificaciones.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30936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Alarmas por email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4151376"/>
            <a:ext cx="73152" cy="5029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41513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TCP raw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2560320" y="4151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formato libre, sin protocolo fijo.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309360" y="41513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custom, SOCKSND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viaje de un dato: del PLC a la PC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leer la presión (D0=350) del PLC desde una PC con Modbus TCP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463040"/>
            <a:ext cx="45720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0584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 envía pedido Modbus: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"Leer registro 40001"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54880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057400"/>
            <a:ext cx="457200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2057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0584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empaqueta el pedido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dirige al puerto 502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2057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651760"/>
            <a:ext cx="457200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00584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agrega dirección destino: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192.168.0.82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5488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3246120"/>
            <a:ext cx="45720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00584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mete todo en una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trama con MAC del PLC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754880" y="3246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7200" y="3840480"/>
            <a:ext cx="45720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7" name="Text 23"/>
          <p:cNvSpPr/>
          <p:nvPr/>
        </p:nvSpPr>
        <p:spPr>
          <a:xfrm>
            <a:off x="457200" y="3840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0584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eléctrica viaja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cable RJ45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754880" y="3840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6309360" y="14630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recibe, desempaqueta en orden inverso (5→1) y responde: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= 350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hace el viaje de vuelta por las mismas capas.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Referencia: OSI vs TCP/IP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OSI tiene 7 capas. En la práctica, TCP/IP simplifica a 4. Esta tabla es de referencia: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1371600"/>
                <a:gridCol w="27432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OSI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TCP/IP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Industrial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¿Nos importa?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Modbus, HTTP, SMTP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(incluida arriba)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de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directamente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(incluida arriba)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 TCP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directamente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puerto 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 (puertos)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Internet/Red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192.168.x.x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 (dirección IP)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Ethernet, MAC,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 (diagnóstico)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Física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(incluida arriba)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RJ45, señal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 (conexión)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memorizar las 7 capas. Con entender las 4 de TCP/IP alcanza para trabajar con el PLC.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 por capas: ¿dónde falla?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no funciona, revisar de abajo hacia arriba: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920240" y="1371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el cable conectado? ¿Parpadean los LEDs?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85216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Revisar LEDs del PLC y del switch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1965960"/>
            <a:ext cx="73152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2024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switch detecta el dispositivo?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85216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 LEDs del puerto del switch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2560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(IP)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920240" y="2560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¿Estamos en la misma subred? ¿Responde al ping?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85216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192.168.0.82 desde CMD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3154680"/>
            <a:ext cx="73152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" y="3154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920240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puerto está abierto? ¿Hay firewall?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852160" y="3154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Desactivar firewall, probar otro puerto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57200" y="3749040"/>
            <a:ext cx="7315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" y="3749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92024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protocolo es correcto? ¿Los registros existen?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85216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 config en ISPSoft/DCISoft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si el ping funciona, las capas 1 a 3 están bien. El problema está arriba (puerto o protocolo).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Ethernet RJ45, conectores, LEDs de verificación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MAC, switch Ethernet, tramas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IP, máscara de subred, misma red = misma subred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371600" cy="4572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puertos (502=Modbus, 80=Web, 587=Email)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3716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TCP, HTTP, SMTP, Socket TCP raw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entendido, ahora sí podemos configurar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TCP, Sockets, Webserver y Email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sabiendo qué está pasando en cada capa.</a:t>
            </a:r>
            <a:endParaRPr lang="en-US" sz="1400" dirty="0"/>
          </a:p>
        </p:txBody>
      </p:sp>
      <p:pic>
        <p:nvPicPr>
          <p:cNvPr id="21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22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Industriales - De lo Fisico a lo Logico</dc:title>
  <dc:subject>PptxGenJS Presentation</dc:subject>
  <dc:creator>VALBOL</dc:creator>
  <cp:lastModifiedBy>VALBOL</cp:lastModifiedBy>
  <cp:revision>1</cp:revision>
  <dcterms:created xsi:type="dcterms:W3CDTF">2026-03-09T11:24:07Z</dcterms:created>
  <dcterms:modified xsi:type="dcterms:W3CDTF">2026-03-09T11:24:07Z</dcterms:modified>
</cp:coreProperties>
</file>