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PLC a PLC +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Integrador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el curso diseñando una arquitectura Line Break completa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27432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1 hora 30 minutos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Exchange + Repaso General + Evaluación Final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19202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Exchange (30 min)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3931920"/>
            <a:ext cx="192024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Integrador (30 min)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3931920"/>
            <a:ext cx="192024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(20 min)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3931920"/>
            <a:ext cx="192024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3931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(10 min)</a:t>
            </a:r>
            <a:endParaRPr lang="en-US" sz="1000" dirty="0"/>
          </a:p>
        </p:txBody>
      </p:sp>
      <p:pic>
        <p:nvPicPr>
          <p:cNvPr id="1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1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48056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Palabra clave: DATA EXCHANGE = INTERCAMBIO AUTOMÁTICO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Exchange hace que dos PLCs se pasen datos automáticamente, sin que nadie les pregunte.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como dos personas que se llaman por teléfono todas las mañanas a la misma hora para contarse las novedades. No necesitan que alguien les diga "¡llamá!".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con Modbus común: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Modbus: la PC PREGUNTA, el PLC RESPONDE (manual)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Exchange: los PLCs SE PASAN datos SOLOS (automático)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configura con DCISoft, NO necesita programa Ladder.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Exchange con DCISoft (30 min)</a:t>
            </a:r>
            <a:endParaRPr lang="en-US" sz="1600" dirty="0"/>
          </a:p>
        </p:txBody>
      </p:sp>
      <p:pic>
        <p:nvPicPr>
          <p:cNvPr id="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Exchange: Master y Slave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que Modbus, hay un Master que organiza y Slaves que obedecen.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200400" y="1463040"/>
            <a:ext cx="2743200" cy="91440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381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200400" y="1463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MASTER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192.168.0.82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 el intercambio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74320" y="2926080"/>
            <a:ext cx="2560320" cy="8229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3" name="Text 9"/>
          <p:cNvSpPr/>
          <p:nvPr/>
        </p:nvSpPr>
        <p:spPr>
          <a:xfrm>
            <a:off x="274320" y="2926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SLAVE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192.168.0.83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KM 50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1508760" y="2377440"/>
            <a:ext cx="91440" cy="54864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15" name="Shape 11"/>
          <p:cNvSpPr/>
          <p:nvPr/>
        </p:nvSpPr>
        <p:spPr>
          <a:xfrm>
            <a:off x="3200400" y="2926080"/>
            <a:ext cx="2560320" cy="8229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6" name="Text 12"/>
          <p:cNvSpPr/>
          <p:nvPr/>
        </p:nvSpPr>
        <p:spPr>
          <a:xfrm>
            <a:off x="3200400" y="2926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SLAVE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192.168.0.84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KM 120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434840" y="2377440"/>
            <a:ext cx="91440" cy="54864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18" name="Shape 14"/>
          <p:cNvSpPr/>
          <p:nvPr/>
        </p:nvSpPr>
        <p:spPr>
          <a:xfrm>
            <a:off x="6126480" y="2926080"/>
            <a:ext cx="2560320" cy="82296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9" name="Text 15"/>
          <p:cNvSpPr/>
          <p:nvPr/>
        </p:nvSpPr>
        <p:spPr>
          <a:xfrm>
            <a:off x="6126480" y="2926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SLAVE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192.168.0.85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KM 200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360920" y="2377440"/>
            <a:ext cx="91440" cy="548640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21" name="Text 17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Lectura: Master lee datos de los Slaves (presiones, alarmas)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Escritura: Master envía parámetros a los Slaves (umbrales, comandos)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Configuración en DCISoft paso a paso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Abrir DCISoft → Conectar al PLC Master por Ethernet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Ir a Data Exchange → Enable Condition: Always Enable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Agregar Slave: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Slave ID: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IP: 192.168.0.83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Timeout: 1000ms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Configurar LECTURA (←):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Slave D0-D9 → Master D200-D209 (10 registros)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Configurar ESCRITURA (→):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Master D100-D109 → Slave D100-D109 (10 registros)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Click Apply → Descargar al PLC Master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Máximo: 100 registros lectura + 100 escritura por Slave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Práctica: configurar Data Exchange (⭐⭐⭐)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A: con 2 PLCs físicos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ambos al switch, IPs distintas, configurar en DCISoft.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B: con 1 PLC + ModbusClientX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PC simula ser el Slave, el PLC Master lee/escribe contra la PC.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Cargar un programa en el Slave que ponga valores en D0-D9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 ISPSoft del Master: Monitor Mode → ver D200-D209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Los valores del Slave deben aparecer automáticamente en el Master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Cambiar un valor en el Slave → ver que cambia en el Master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Datos fluyendo automáticamente = Data Exchange funcionando.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 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general: los 5 métodos TCP (15 min)</a:t>
            </a:r>
            <a:endParaRPr lang="en-US" sz="1600" dirty="0"/>
          </a:p>
        </p:txBody>
      </p:sp>
      <p:pic>
        <p:nvPicPr>
          <p:cNvPr id="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5 métodos TCP que aprendimos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05840"/>
          <a:ext cx="8778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2011680"/>
                <a:gridCol w="182880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💡 Analogía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 PLC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 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Ideal para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 TCP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Nativo (puerto 502)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ModbusClientX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SCADA, HMI, monitoreo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 TCP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Hoja en blanco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SOCKSND/SOCKRCV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Hercules, Python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custom, reportes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 web interna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Nativo (HTTPS)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Navegador web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Verificación en campo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44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SMTP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intermedio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+ smtplib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Alarmas, reportes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980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PLC a PLC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Llamada automática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DCISoft Data Exch.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DCISoft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Sistemas distribuidos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Todos viajan por el MISMO cable Ethernet. La diferencia es el PROTOCOLO (las reglas de la conversación).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INTEGRADOR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arquitectura Line Break (30 min)</a:t>
            </a:r>
            <a:endParaRPr lang="en-US" sz="1600" dirty="0"/>
          </a:p>
        </p:txBody>
      </p:sp>
      <p:pic>
        <p:nvPicPr>
          <p:cNvPr id="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Integrador: diseñá tu sistema Line Break (⭐⭐⭐⭐⭐)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PRÁCTICA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7200" y="146304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</a:t>
            </a:r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piden diseñar el sistema de comunicaciones de 3 tableros Line Break en un gasoducto de 200km.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proyecto: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tableros Line Break (KM 0, KM 100, KM 200)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Cada uno tiene: DVP12SE + 3 sensores de presión + 1 electroválvula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Centro de control en KM 0 con una PC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 necesita: monitoreo, alarmas por email, acceso remoto desde celular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tarea (en grupos de 2-3 personas):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Definir qué método TCP usar para cada necesidad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Dibujar un diagrama de red (dispositivos + conexiones)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Definir mapa de registros Modbus para cada tablero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Explicar cómo se implementaría cada servicio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de solución (discusión grupal)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182880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058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2468880" y="100584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en centro de control lee presiones/estados de los 3 PLCs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1554480"/>
            <a:ext cx="1828800" cy="5029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1554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Exchange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46888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Master (KM 0) recopila datos de Slaves (KM 100, KM 200)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2103120"/>
            <a:ext cx="182880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2103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468880" y="210312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campo: técnico accede al tablero local con celular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2651760"/>
            <a:ext cx="1828800" cy="5029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2651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SMTP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468880" y="26517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Python en PC central: alarma de baja presión → email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3200400"/>
            <a:ext cx="1828800" cy="5029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32004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TCP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2468880" y="32004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custom: el PLC envía paquete de datos a servidor central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del gasoducto: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274320" y="3931920"/>
            <a:ext cx="2103120" cy="5486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Text 22"/>
          <p:cNvSpPr/>
          <p:nvPr/>
        </p:nvSpPr>
        <p:spPr>
          <a:xfrm>
            <a:off x="274320" y="3931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Control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0 (Master)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+ PLC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2926080" y="3931920"/>
            <a:ext cx="2103120" cy="54864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8" name="Text 24"/>
          <p:cNvSpPr/>
          <p:nvPr/>
        </p:nvSpPr>
        <p:spPr>
          <a:xfrm>
            <a:off x="2926080" y="3931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100 (Slave)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5577840" y="3931920"/>
            <a:ext cx="2103120" cy="54864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0" name="Text 26"/>
          <p:cNvSpPr/>
          <p:nvPr/>
        </p:nvSpPr>
        <p:spPr>
          <a:xfrm>
            <a:off x="5577840" y="3931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 200 (Slave)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7772400" y="3931920"/>
            <a:ext cx="2103120" cy="5486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2" name="Text 28"/>
          <p:cNvSpPr/>
          <p:nvPr/>
        </p:nvSpPr>
        <p:spPr>
          <a:xfrm>
            <a:off x="7772400" y="39319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(Email/Internet)</a:t>
            </a:r>
            <a:endParaRPr lang="en-US" sz="800" dirty="0"/>
          </a:p>
        </p:txBody>
      </p:sp>
      <p:sp>
        <p:nvSpPr>
          <p:cNvPr id="33" name="Shape 29"/>
          <p:cNvSpPr/>
          <p:nvPr/>
        </p:nvSpPr>
        <p:spPr>
          <a:xfrm>
            <a:off x="2377440" y="4160520"/>
            <a:ext cx="548640" cy="54864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34" name="Shape 30"/>
          <p:cNvSpPr/>
          <p:nvPr/>
        </p:nvSpPr>
        <p:spPr>
          <a:xfrm>
            <a:off x="5029200" y="4160520"/>
            <a:ext cx="548640" cy="54864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35" name="Shape 31"/>
          <p:cNvSpPr/>
          <p:nvPr/>
        </p:nvSpPr>
        <p:spPr>
          <a:xfrm>
            <a:off x="7680960" y="4160520"/>
            <a:ext cx="548640" cy="54864"/>
          </a:xfrm>
          <a:prstGeom prst="rect">
            <a:avLst/>
          </a:prstGeom>
          <a:solidFill>
            <a:srgbClr val="E8ECF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EVALUACIÓN FINAL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+ Encuesta de satisfacción (20 min)</a:t>
            </a:r>
            <a:endParaRPr lang="en-US" sz="1600" dirty="0"/>
          </a:p>
        </p:txBody>
      </p:sp>
      <p:pic>
        <p:nvPicPr>
          <p:cNvPr id="5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Evaluación final: 10 preguntas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960120"/>
            <a:ext cx="32004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960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868680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protocolo usa el DVP12SE en el puerto 502?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1307592"/>
            <a:ext cx="32004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1307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68680" y="13075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calcula la dirección Modbus de D150?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1655064"/>
            <a:ext cx="32004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16550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68680" y="16550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instrucción del PLC envía datos por socket TCP?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2002536"/>
            <a:ext cx="32004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20025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868680" y="200253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herramienta se usa para escuchar sockets en la PC?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2350008"/>
            <a:ext cx="32004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23500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868680" y="2350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necesito para acceder al webserver del PLC?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57200" y="2697480"/>
            <a:ext cx="32004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1"/>
          <p:cNvSpPr/>
          <p:nvPr/>
        </p:nvSpPr>
        <p:spPr>
          <a:xfrm>
            <a:off x="45720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68680" y="2697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envía emails el DVP12SE?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57200" y="3044952"/>
            <a:ext cx="32004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4"/>
          <p:cNvSpPr/>
          <p:nvPr/>
        </p:nvSpPr>
        <p:spPr>
          <a:xfrm>
            <a:off x="457200" y="3044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868680" y="30449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configura DCISoft en Data Exchange?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457200" y="3392424"/>
            <a:ext cx="32004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7"/>
          <p:cNvSpPr/>
          <p:nvPr/>
        </p:nvSpPr>
        <p:spPr>
          <a:xfrm>
            <a:off x="457200" y="33924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868680" y="339242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la diferencia entre Modbus y Socket TCP?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457200" y="3739896"/>
            <a:ext cx="32004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0"/>
          <p:cNvSpPr/>
          <p:nvPr/>
        </p:nvSpPr>
        <p:spPr>
          <a:xfrm>
            <a:off x="457200" y="37398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868680" y="373989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significa que el PLC sea servidor Modbus?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457200" y="4087368"/>
            <a:ext cx="320040" cy="3200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7" name="Text 33"/>
          <p:cNvSpPr/>
          <p:nvPr/>
        </p:nvSpPr>
        <p:spPr>
          <a:xfrm>
            <a:off x="457200" y="40873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868680" y="4087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los PLCs usan IP estática y no DHCP?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Respuestas de la evaluación final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68680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TCP (protocolo estándar, nativo)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130759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68680" y="13075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40001 + 150 = 40151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165506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68680" y="16550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SOCKSND (Socket Send)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57200" y="200253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68680" y="200253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Hercules SETUP (solapa TCP Server)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" y="235000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68680" y="2350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un navegador web + misma red (https://IP)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57200" y="26974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868680" y="2697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intermediario: Python + pymodbus + smtplib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30449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868680" y="30449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Intercambio automático de registros entre PLCs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57200" y="339242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868680" y="339242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 = formato fijo (formulario) / Socket = libre (hoja en blanco)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57200" y="37398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68680" y="373989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a consultas en puerto 502 pero NO inicia comunicación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7200" y="408736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868680" y="408736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SCADA/Modbus siempre encuentre al PLC en la misma IP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Encuesta de satisfacción del curso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favor completá la encuesta (anónima). Tu feedback nos ayuda a mejorar.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57200" y="14630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contenido fue claro y fácil de entender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303520" y="1508760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303520" y="15087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35040" y="1508760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35040" y="15087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766560" y="1508760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66560" y="15087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498080" y="1508760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498080" y="15087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229600" y="1508760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29600" y="15087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7200" y="184708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ejercicios prácticos fueron útiles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303520" y="1892808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03520" y="18928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035040" y="1892808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035040" y="18928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6766560" y="1892808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766560" y="18928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7498080" y="1892808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498080" y="18928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8229600" y="1892808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229600" y="189280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457200" y="223113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duración del curso fue adecuada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5303520" y="2276856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5303520" y="227685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6035040" y="2276856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035040" y="227685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6766560" y="2276856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766560" y="227685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7498080" y="2276856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498080" y="227685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8229600" y="2276856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229600" y="227685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457200" y="261518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explicó bien los conceptos</a:t>
            </a:r>
            <a:endParaRPr lang="en-US" sz="1100" dirty="0"/>
          </a:p>
        </p:txBody>
      </p:sp>
      <p:sp>
        <p:nvSpPr>
          <p:cNvPr id="44" name="Shape 40"/>
          <p:cNvSpPr/>
          <p:nvPr/>
        </p:nvSpPr>
        <p:spPr>
          <a:xfrm>
            <a:off x="5303520" y="2660904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5303520" y="26609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6035040" y="2660904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6035040" y="26609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6766560" y="2660904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6766560" y="26609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0" name="Shape 46"/>
          <p:cNvSpPr/>
          <p:nvPr/>
        </p:nvSpPr>
        <p:spPr>
          <a:xfrm>
            <a:off x="7498080" y="2660904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7498080" y="26609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2" name="Shape 48"/>
          <p:cNvSpPr/>
          <p:nvPr/>
        </p:nvSpPr>
        <p:spPr>
          <a:xfrm>
            <a:off x="8229600" y="2660904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8229600" y="266090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457200" y="299923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siento preparado para usar Modbus TCP en el trabajo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5303520" y="3044952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303520" y="30449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7" name="Shape 53"/>
          <p:cNvSpPr/>
          <p:nvPr/>
        </p:nvSpPr>
        <p:spPr>
          <a:xfrm>
            <a:off x="6035040" y="3044952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6035040" y="30449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9" name="Shape 55"/>
          <p:cNvSpPr/>
          <p:nvPr/>
        </p:nvSpPr>
        <p:spPr>
          <a:xfrm>
            <a:off x="6766560" y="3044952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6766560" y="30449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1" name="Shape 57"/>
          <p:cNvSpPr/>
          <p:nvPr/>
        </p:nvSpPr>
        <p:spPr>
          <a:xfrm>
            <a:off x="7498080" y="3044952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2" name="Text 58"/>
          <p:cNvSpPr/>
          <p:nvPr/>
        </p:nvSpPr>
        <p:spPr>
          <a:xfrm>
            <a:off x="7498080" y="30449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3" name="Shape 59"/>
          <p:cNvSpPr/>
          <p:nvPr/>
        </p:nvSpPr>
        <p:spPr>
          <a:xfrm>
            <a:off x="8229600" y="3044952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4" name="Text 60"/>
          <p:cNvSpPr/>
          <p:nvPr/>
        </p:nvSpPr>
        <p:spPr>
          <a:xfrm>
            <a:off x="8229600" y="30449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5" name="Text 61"/>
          <p:cNvSpPr/>
          <p:nvPr/>
        </p:nvSpPr>
        <p:spPr>
          <a:xfrm>
            <a:off x="457200" y="338328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siento preparado para diagnosticar problemas de red</a:t>
            </a:r>
            <a:endParaRPr lang="en-US" sz="1100" dirty="0"/>
          </a:p>
        </p:txBody>
      </p:sp>
      <p:sp>
        <p:nvSpPr>
          <p:cNvPr id="66" name="Shape 62"/>
          <p:cNvSpPr/>
          <p:nvPr/>
        </p:nvSpPr>
        <p:spPr>
          <a:xfrm>
            <a:off x="5303520" y="3429000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5303520" y="34290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8" name="Shape 64"/>
          <p:cNvSpPr/>
          <p:nvPr/>
        </p:nvSpPr>
        <p:spPr>
          <a:xfrm>
            <a:off x="6035040" y="3429000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69" name="Text 65"/>
          <p:cNvSpPr/>
          <p:nvPr/>
        </p:nvSpPr>
        <p:spPr>
          <a:xfrm>
            <a:off x="6035040" y="34290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0" name="Shape 66"/>
          <p:cNvSpPr/>
          <p:nvPr/>
        </p:nvSpPr>
        <p:spPr>
          <a:xfrm>
            <a:off x="6766560" y="3429000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1" name="Text 67"/>
          <p:cNvSpPr/>
          <p:nvPr/>
        </p:nvSpPr>
        <p:spPr>
          <a:xfrm>
            <a:off x="6766560" y="34290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2" name="Shape 68"/>
          <p:cNvSpPr/>
          <p:nvPr/>
        </p:nvSpPr>
        <p:spPr>
          <a:xfrm>
            <a:off x="7498080" y="3429000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3" name="Text 69"/>
          <p:cNvSpPr/>
          <p:nvPr/>
        </p:nvSpPr>
        <p:spPr>
          <a:xfrm>
            <a:off x="7498080" y="34290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4" name="Shape 70"/>
          <p:cNvSpPr/>
          <p:nvPr/>
        </p:nvSpPr>
        <p:spPr>
          <a:xfrm>
            <a:off x="8229600" y="3429000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5" name="Text 71"/>
          <p:cNvSpPr/>
          <p:nvPr/>
        </p:nvSpPr>
        <p:spPr>
          <a:xfrm>
            <a:off x="8229600" y="34290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6" name="Text 72"/>
          <p:cNvSpPr/>
          <p:nvPr/>
        </p:nvSpPr>
        <p:spPr>
          <a:xfrm>
            <a:off x="457200" y="376732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Recomendaría este curso a un compañero</a:t>
            </a:r>
            <a:endParaRPr lang="en-US" sz="1100" dirty="0"/>
          </a:p>
        </p:txBody>
      </p:sp>
      <p:sp>
        <p:nvSpPr>
          <p:cNvPr id="77" name="Shape 73"/>
          <p:cNvSpPr/>
          <p:nvPr/>
        </p:nvSpPr>
        <p:spPr>
          <a:xfrm>
            <a:off x="5303520" y="3813048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8" name="Text 74"/>
          <p:cNvSpPr/>
          <p:nvPr/>
        </p:nvSpPr>
        <p:spPr>
          <a:xfrm>
            <a:off x="5303520" y="381304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9" name="Shape 75"/>
          <p:cNvSpPr/>
          <p:nvPr/>
        </p:nvSpPr>
        <p:spPr>
          <a:xfrm>
            <a:off x="6035040" y="3813048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80" name="Text 76"/>
          <p:cNvSpPr/>
          <p:nvPr/>
        </p:nvSpPr>
        <p:spPr>
          <a:xfrm>
            <a:off x="6035040" y="381304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1" name="Shape 77"/>
          <p:cNvSpPr/>
          <p:nvPr/>
        </p:nvSpPr>
        <p:spPr>
          <a:xfrm>
            <a:off x="6766560" y="3813048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82" name="Text 78"/>
          <p:cNvSpPr/>
          <p:nvPr/>
        </p:nvSpPr>
        <p:spPr>
          <a:xfrm>
            <a:off x="6766560" y="381304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83" name="Shape 79"/>
          <p:cNvSpPr/>
          <p:nvPr/>
        </p:nvSpPr>
        <p:spPr>
          <a:xfrm>
            <a:off x="7498080" y="3813048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84" name="Text 80"/>
          <p:cNvSpPr/>
          <p:nvPr/>
        </p:nvSpPr>
        <p:spPr>
          <a:xfrm>
            <a:off x="7498080" y="381304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85" name="Shape 81"/>
          <p:cNvSpPr/>
          <p:nvPr/>
        </p:nvSpPr>
        <p:spPr>
          <a:xfrm>
            <a:off x="8229600" y="3813048"/>
            <a:ext cx="5486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8229600" y="381304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87" name="Text 83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1=Muy en desacuerdo  →  5=Totalmente de acuerdo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total del curso: 16 horas, 6 módulos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34747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💡 Palabra clave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 industriales + IP/MAC/DHCP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E44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 = dirección postal, MAC = DNI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Repaso PLC + Conexión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ISPSoft + COMMGR + DVP12SE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Modbus TCP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Formulario estándar / 40001+D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Socket TCP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Enchufe / hoja en blanco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Página web adentro del PLC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SMTP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E44A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 cartero / Python intermedio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PLC a PLC + Integrador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980B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Intercambio automático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Palabras clave del Módulo 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A2332"/>
          </a:solidFill>
          <a:ln/>
        </p:spPr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690872"/>
            <a:ext cx="1097280" cy="27432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46634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14800" y="46634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1005840"/>
            <a:ext cx="22860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1005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EXCHANGE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2926080" y="10058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Intercambio automático de registros entre PLCs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1517904"/>
            <a:ext cx="2286000" cy="4572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151790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MASTER / SLAVE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2926080" y="151790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organiza (Master), los otros obedecen (Slaves)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2029968"/>
            <a:ext cx="228600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20299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DCISSOFT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926080" y="20299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para configurar Data Exchange + IP del PLC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2542032"/>
            <a:ext cx="2286000" cy="45720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5"/>
          <p:cNvSpPr/>
          <p:nvPr/>
        </p:nvSpPr>
        <p:spPr>
          <a:xfrm>
            <a:off x="457200" y="254203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ENABLE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926080" y="254203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intercambio corre siempre, sin condición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3054096"/>
            <a:ext cx="2286000" cy="45720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2" name="Text 18"/>
          <p:cNvSpPr/>
          <p:nvPr/>
        </p:nvSpPr>
        <p:spPr>
          <a:xfrm>
            <a:off x="457200" y="30540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+ 100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2926080" y="305409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 100 registros lectura + 100 escritura por Slave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57200" y="3566160"/>
            <a:ext cx="228600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21"/>
          <p:cNvSpPr/>
          <p:nvPr/>
        </p:nvSpPr>
        <p:spPr>
          <a:xfrm>
            <a:off x="45720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MÉTODOS TCP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2926080" y="35661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Modbus, Socket, Webserver, Email, PLC a PLC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¡Felicitaciones!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743200" cy="0"/>
          </a:xfrm>
          <a:prstGeom prst="line">
            <a:avLst/>
          </a:prstGeom>
          <a:noFill/>
          <a:ln w="38100">
            <a:solidFill>
              <a:srgbClr val="16A08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Completaste el curso de Capacitación TCP/IP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 sabés: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Conectar PLCs por Ethernet y configurar redes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Leer y escribir datos por Modbus TCP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Enviar datos en formato libre con Socket TCP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Monitorear el PLC desde un navegador web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Enviar alarmas por email con Python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Configurar Data Exchange entre PLCs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Diagnosticar problemas de red con ping, tracert, ipconfig</a:t>
            </a:r>
            <a:endParaRPr lang="en-US" sz="1600" dirty="0"/>
          </a:p>
        </p:txBody>
      </p:sp>
      <p:pic>
        <p:nvPicPr>
          <p:cNvPr id="7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74320"/>
            <a:ext cx="1828800" cy="457200"/>
          </a:xfrm>
          <a:prstGeom prst="rect">
            <a:avLst/>
          </a:prstGeom>
        </p:spPr>
      </p:pic>
      <p:pic>
        <p:nvPicPr>
          <p:cNvPr id="8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38912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Gracias por participar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286000" cy="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5176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del curso: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github.com/joaquinaput-smartflex/capacitacion-plc-tcp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VALBOL – Válvulas Worcester de Argentina S.A.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95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SmartFlex – Automatización Industrial</a:t>
            </a:r>
            <a:endParaRPr lang="en-US" sz="1400" dirty="0"/>
          </a:p>
        </p:txBody>
      </p:sp>
      <p:pic>
        <p:nvPicPr>
          <p:cNvPr id="6" name="Image 0" descr="/home/claude/valbol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3840480"/>
            <a:ext cx="1828800" cy="457200"/>
          </a:xfrm>
          <a:prstGeom prst="rect">
            <a:avLst/>
          </a:prstGeom>
        </p:spPr>
      </p:pic>
      <p:pic>
        <p:nvPicPr>
          <p:cNvPr id="7" name="Image 1" descr="/home/claude/smartflex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74904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Modulo 6 - PLC a PLC + Integrador</dc:title>
  <dc:subject>PptxGenJS Presentation</dc:subject>
  <dc:creator>VALBOL</dc:creator>
  <cp:lastModifiedBy>VALBOL</cp:lastModifiedBy>
  <cp:revision>1</cp:revision>
  <dcterms:created xsi:type="dcterms:W3CDTF">2026-03-16T11:24:24Z</dcterms:created>
  <dcterms:modified xsi:type="dcterms:W3CDTF">2026-03-16T11:24:24Z</dcterms:modified>
</cp:coreProperties>
</file>