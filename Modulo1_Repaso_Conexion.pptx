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jp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jp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+ Conexión al PLC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DVP12SE11R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 hora 30 minutos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Teórico + Práctico con PLC físico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9202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PLC (20 min)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931920"/>
            <a:ext cx="192024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(15 min)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931920"/>
            <a:ext cx="192024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(25 min)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931920"/>
            <a:ext cx="19202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(30 min)</a:t>
            </a:r>
            <a:endParaRPr lang="en-US" sz="1100" dirty="0"/>
          </a:p>
        </p:txBody>
      </p:sp>
      <p:pic>
        <p:nvPicPr>
          <p:cNvPr id="1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1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del módulo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74980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6984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10058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¿Qué es un PLC? Entradas, salidas, programa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040880" y="10058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1463040"/>
            <a:ext cx="74980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2704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14630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Ladder, SET-RESET, temporizadores, contadores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040880" y="14630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57200" y="1920240"/>
            <a:ext cx="74980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984248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19202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Estados, condiciones y diagrama de estados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7040880" y="19202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57200" y="2377440"/>
            <a:ext cx="74980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441448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05840" y="23774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ISPSoft, COMMGR, DCISoft – para qué sirve cada uno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7040880" y="23774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57200" y="2834640"/>
            <a:ext cx="74980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898648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05840" y="28346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física: USB, Ethernet, RS-485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7040880" y="28346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457200" y="3291840"/>
            <a:ext cx="74980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355848"/>
            <a:ext cx="292608" cy="29260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05840" y="32918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red: IP, máscara, COMMGR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7040880" y="32918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457200" y="3749040"/>
            <a:ext cx="74980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813048"/>
            <a:ext cx="292608" cy="29260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005840" y="37490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1: Conectar PC al PLC por Ethernet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7040880" y="37490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7" name="Shape 26"/>
          <p:cNvSpPr/>
          <p:nvPr/>
        </p:nvSpPr>
        <p:spPr>
          <a:xfrm>
            <a:off x="457200" y="4206240"/>
            <a:ext cx="74980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4270248"/>
            <a:ext cx="292608" cy="29260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005840" y="42062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2: Abrir programa existente y monitorear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7040880" y="42062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– ¿Qué es un PLC y cómo funciona? (20 min)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PLC?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= Programmable Logic Controller (Controlador Lógico Programable)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computadora industrial diseñada para controlar procesos automáticamente. Lee sensores, toma decisiones según un programa, y activa actuadores.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26517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436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PLC "lee"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Sensores de presión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4360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Presostatos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9436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 de carrera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4360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Pulsadores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94360" y="3995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Señales 4-20mA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00400" y="2194560"/>
            <a:ext cx="256032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0" name="Text 16"/>
          <p:cNvSpPr/>
          <p:nvPr/>
        </p:nvSpPr>
        <p:spPr>
          <a:xfrm>
            <a:off x="32004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200400" y="26517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33756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PLC "piensa"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3756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Lenguaje Ladder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337560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Comparaciones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33756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Temporizadores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337560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Contadores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337560" y="3995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/ RESET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943600" y="2194560"/>
            <a:ext cx="25603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Text 25"/>
          <p:cNvSpPr/>
          <p:nvPr/>
        </p:nvSpPr>
        <p:spPr>
          <a:xfrm>
            <a:off x="59436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943600" y="265176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608076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PLC "hace"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08076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Electroválvulas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080760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Indicadores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08076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Motores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080760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Señales analógicas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080760" y="39959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Relays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3017520" y="3200400"/>
            <a:ext cx="274320" cy="54864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38" name="Shape 34"/>
          <p:cNvSpPr/>
          <p:nvPr/>
        </p:nvSpPr>
        <p:spPr>
          <a:xfrm>
            <a:off x="5669280" y="3200400"/>
            <a:ext cx="274320" cy="54864"/>
          </a:xfrm>
          <a:prstGeom prst="rect">
            <a:avLst/>
          </a:prstGeom>
          <a:solidFill>
            <a:srgbClr val="95A5A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Nuestro PLC: Delta DVP12SE11R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Entradas digitales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(X0-X7)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Salidas digitales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 relé (Y0-Y3)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VDC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de programa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16k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 USB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Mini-USB (programación)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 Ethernet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RJ45 (Modbus TCP, EtherNet/IP)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Puertos RS-485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(COM2 y COM3)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Módulos expansión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DVP-S series (izq + 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requiere (Flash memory)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303520" y="109728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5486400" y="128016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Puertos del DVP12SE: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┌────────────────┐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[USB]    [ETH]  │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mini-USB  RJ45   │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│</a:t>
            </a:r>
            <a:endParaRPr lang="en-US" sz="13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DVP12SE11R      │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│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X0..X7  Y0..Y3  │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[COM2]  [COM3]  │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RS-485  RS-485  │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Repaso: Lenguaje Ladder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(diagrama de escalera) es el lenguaje de programación del PLC, basado en esquemas eléctricos.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básicos que ya conocemos: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310896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Símbolo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-| |-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Contacto 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Conduce cuando está activado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detecta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-|/|-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Contacto 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Conduce cuando NO está activado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 parada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-( )-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 una salida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Enciende motor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-(S)-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Enclava (queda ON hasta RESET)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Abre válvula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-(R)-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Desenclava (vuelve a OFF)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válvula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-(TON)-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tiempo mientras está activo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Retardo 30ms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-(CTU)-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eventos (pulsos)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ciclos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Registros y memoria del PLC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PLC tiene diferentes tipos de memoria para almacenar datos. Es importante conocerlos porque los vamos a usar en la comunicación TCP.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8595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329184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uso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X0-X7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Entradas digitales (solo lectura)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estado de sensores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Y0-Y3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Salidas digitales (lectura/escritura)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Controlar actuadores remoto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M0-M4095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Relés internos (flags, estados)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de alarma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D0-D4999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de datos (16 bits = 0-65535)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de presión, temp.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T0-T255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Temporizadores (valor + contacto)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Retardos de confirmación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C0-C255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Contadores (valor + contacto)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 ciclos de operación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registros D son los más usados en comunicación TCP – cada registro D almacena un número de 16 bits (0 a 65535).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Repaso: Diagrama de estados (Line Break)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curso básico trabajamos con estados para el sistema Line Break. Este concepto es clave para entender qué datos vamos a comunicar.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371600" y="1828800"/>
            <a:ext cx="1645920" cy="82296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371600" y="1828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37160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PLC 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estado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572000" y="1645920"/>
            <a:ext cx="1645920" cy="82296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0" y="1645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activos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572000" y="3017520"/>
            <a:ext cx="1645920" cy="8229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572000" y="3017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activos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7315200" y="1645920"/>
            <a:ext cx="1645920" cy="82296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315200" y="1645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31520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 abierta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habilitada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7315200" y="3017520"/>
            <a:ext cx="1645920" cy="82296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315200" y="3017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31520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 cerrada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bloqueada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3017520" y="2148840"/>
            <a:ext cx="1463040" cy="36576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6" name="Shape 22"/>
          <p:cNvSpPr/>
          <p:nvPr/>
        </p:nvSpPr>
        <p:spPr>
          <a:xfrm>
            <a:off x="3017520" y="3337560"/>
            <a:ext cx="1463040" cy="36576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7" name="Shape 23"/>
          <p:cNvSpPr/>
          <p:nvPr/>
        </p:nvSpPr>
        <p:spPr>
          <a:xfrm>
            <a:off x="6217920" y="2148840"/>
            <a:ext cx="1005840" cy="36576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8" name="Shape 24"/>
          <p:cNvSpPr/>
          <p:nvPr/>
        </p:nvSpPr>
        <p:spPr>
          <a:xfrm>
            <a:off x="6217920" y="3337560"/>
            <a:ext cx="1005840" cy="36576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9" name="Text 2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comunicación TCP podemos: enviar estos estados a un SCADA, recibir alarmas por email, monitorear desde un navegador web.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B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necesario (15 min)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Ecosistema de software Delta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trabajar con el DVP12SE necesitamos 3 programas principales. Cada uno tiene una función específica.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554480"/>
            <a:ext cx="256032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ISPSoft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del PLC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1031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94360" y="21945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programas Ladder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al PLC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en tiempo real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LD, FBD, ST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00400" y="1554480"/>
            <a:ext cx="2560320" cy="54864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32004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COMMGR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2004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comunicación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0" y="21031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337560" y="21945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de conexión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USB, Ethernet, RS-485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estar CORRIENDO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conectar ISPSoft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943600" y="1554480"/>
            <a:ext cx="2560320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7"/>
          <p:cNvSpPr/>
          <p:nvPr/>
        </p:nvSpPr>
        <p:spPr>
          <a:xfrm>
            <a:off x="59436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DCISoft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9436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Ethernet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943600" y="21031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080760" y="21945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IP del PLC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Data Exchange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a PLC (Master/Slave)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red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son gratuitos y se descargan de la web de Delta Electronics.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ISPSoft: interfaz principal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en ISPSoft: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Crear proyecto nuevo → Seleccionar modelo: DVP-12SE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Escribir programa Ladder en el editor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Compilar (verificar errores)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Conectar al PLC (COMMGR debe estar corriendo)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Descargar programa al PLC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Poner PLC en modo RUN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Monitor Mode: ver valores en tiempo real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útiles: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= Compilar  |  F7 = Descargar  |  F8 = Monitor ON/OFF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COMMGR: el puente entre PC y PLC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COMMGR DEBE ESTAR CORRIENDO SIEMPRE ANTES DE CONECTAR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COMMGR?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intermediario entre ISPSoft y el PLC. Sin COMMGR, ISPSoft no puede hablar con el PLC.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 driver nuevo: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Abrir COMMGR (se instala junto con ISPSoft)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en "+" o "Add" para agregar un driver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Poner un nombre descriptivo (ej: "PLC_Ethernet")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Seleccionar tipo de comunicación: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Auto-detect (plug &amp; play)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Conexión directa cable corto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del PLC + Puerto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Conexión por red (lo más común)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RS-485 (COM)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 COM + Baudrate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Distancias largas, multi-PLC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C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física y configuración de red (25 min)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Tres formas de conectarse al PLC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6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(Mini-USB)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14630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65760" y="15087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Plug &amp; 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config de 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programar en taller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2834640"/>
            <a:ext cx="2743200" cy="1188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Text 10"/>
          <p:cNvSpPr/>
          <p:nvPr/>
        </p:nvSpPr>
        <p:spPr>
          <a:xfrm>
            <a:off x="365760" y="2880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Solo 1 PLC a la vez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muy corta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sirve para comunicación en campo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108960" y="1005840"/>
            <a:ext cx="27432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310896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(RJ45)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108960" y="14630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200400" y="15087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Comunicación TCP/IP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100m por tramo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dispositivos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remoto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108960" y="2834640"/>
            <a:ext cx="2743200" cy="1188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Text 16"/>
          <p:cNvSpPr/>
          <p:nvPr/>
        </p:nvSpPr>
        <p:spPr>
          <a:xfrm>
            <a:off x="3200400" y="2880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Requiere configurar 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switch o 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pasos de config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943600" y="1005840"/>
            <a:ext cx="2743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18"/>
          <p:cNvSpPr/>
          <p:nvPr/>
        </p:nvSpPr>
        <p:spPr>
          <a:xfrm>
            <a:off x="59436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 (COM3)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943600" y="14630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035040" y="15087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Hasta 1200 metros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32 dispositivos en bus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ante interferencia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43600" y="2834640"/>
            <a:ext cx="2743200" cy="1188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Text 22"/>
          <p:cNvSpPr/>
          <p:nvPr/>
        </p:nvSpPr>
        <p:spPr>
          <a:xfrm>
            <a:off x="6035040" y="28803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Más lento que Ethernet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cable especial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de baudrate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curso nos enfocamos en Ethernet porque es la base de toda comunicación TCP/IP.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Conexión Ethernet: paso a paso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Conexión física: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Enchufar cable RJ45 entre el puerto Ethernet del PLC y el switch/router (o directo a la PC).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Verificar: LEDs del puerto Ethernet deben encender (link) y parpadear (actividad).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Configurar IP de la PC: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 → Red e Internet → Cambiar config. del adaptador → Ethernet → Propiedades → IPv4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IP manual: 192.168.0.10 / Máscara: 255.255.255.0 (si el PLC es 192.168.0.82)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Verificar conexión: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CMD → escribir: ping 192.168.0.82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responde → ¡Conexión OK!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dice "tiempo agotado" → revisar cable, IP, máscara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Configurar COMMGR: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driver Ethernet → IP: 192.168.0.82 → Puerto: 502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Configurar / cambiar la IP del PLC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necesitamos cambiar la IP del PLC (ej: para ponerlo en otra red):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1 – Con DCISoft (recomendado):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Conectar PC al PLC (por USB o Ethernet con la IP actual)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Abrir DCISoft → Tools → Communication Setting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Seleccionar tipo de conexión → Click "Auto Search"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Doble click en el PLC encontrado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Modificar IP Address y Subnet Mask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Click "Apply" → El PLC se reinicia con la nueva IP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2 – Desde programa Ladder: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instrucción TO para escribir en registros de control (CR):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CR#88-89 = Dirección IP  |  CR#90-91 = Máscara de subred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de conexión – PLC SENSIA VALBOL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PARA LAS PRÁCTICAS DE ESTE CURSO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46304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WiFi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ValBol_4709_5G  o  Valbol_4709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WiFi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Valbol2024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del PLC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Máscara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sugerida PC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192.168.0.10  (o cualquier .0.xx libre)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 Modbus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980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https://192.168.0.82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Contraseña 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vMiRtu800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estos datos – los vamos a usar en todas las prácticas del curso.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Problemas comunes de conexión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probable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LEDs del puerto apagados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 suelto o dañado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Cambiar cable, verificar conectores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Ping: "tiempo agotado"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o máscara incorrecta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que estén en misma subred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Ping: "host inalcanzable"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diferente o firewall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Desactivar firewall Windows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ISPSoft no conecta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COMMGR no está corriendo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COMMGR, verificar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COMMGR error de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incorrecta en 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 driver, corregir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Conexión intermitente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 dañado o interferencia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cable apantallado (STP)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"PLC not found"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PLC apagado o en 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alimentación 24VDC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si el ping funciona, el problema está en el software (COMMGR, ISPSoft, protocolo). Si el ping NO funciona, el problema está en la red (cable, IP, firewall).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D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con PLC físico (30 min)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 1: Conectar PC al PLC por Ethernet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participante conecta su PC al PLC, verifica conexión y abre ISPSoft.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15 minutos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Conectarse a la red WiFi ValBol_4709_5G (clave: Valbol2024)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IP de la PC: 192.168.0.XX (elegir un número libre)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CMD → ping 192.168.0.82 → Verificar respuesta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COMMGR → Agregar driver Ethernet → IP: 192.168.0.82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ISPSoft → Conectar al PLC usando el driver creado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conexión: la barra de estado de ISPSoft debe decir "Connected"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 cuando: </a:t>
            </a:r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ISPSoft conectado al PLC por Ethernet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 1: ¿No funciona? Checklist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lográs conectar, revisar en este orden: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¿El cable está bien conectado? (LEDs del puerto encendidos)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¿Estás conectado a la red WiFi correcta? (ValBol_4709_5G)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¿Tu IP es 192.168.0.XX? (misma subred que .0.82)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¿La máscara es 255.255.255.0?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¿El firewall de Windows está desactivado?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¿COMM GR está abierto y corriendo?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¿El driver en COMMGR tiene la IP correcta (192.168.0.82)?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¿En ISPSoft seleccionaste el driver correcto?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 lo anterior está bien y sigue sin funcionar: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Reiniciar COMMGR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Desconectar y reconectar el cable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Verificar que el PLC esté alimentado (LED PWR encendido)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 2: Leer programa existente y monitorear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programa que tiene el PLC y observar valores en tiempo real.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15 minutos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ISPSoft (ya conectado) → Leer programa del PLC (Upload)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el programa Ladder cargado – identificar elementos conocidos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Monitor Mode (F8) – los valores aparecen en verde/rojo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una entrada física (si hay) y observar cómo cambia en pantalla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la tabla de registros D → Observar valores almacenados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un valor de D (ej: D0) y verificar que cambió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 cuando: </a:t>
            </a:r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Podés ver y modificar registros D en tiempo real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 3 (bonus): Cambiar la IP del PLC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 IP del PLC con DCISoft y reconectarse.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sobra tiempo – ejercicio de refuerzo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DCISoft → Tools → Communication Setting → Ethernet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"Auto Search" → Encontrar el PLC en la red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click → Cambiar último octeto de la IP (ej: .82 → .100)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→ El PLC reinicia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el driver en COMMGR con la nueva IP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a la nueva IP → Reconectar ISPSoft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7: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 PONER LA IP ORIGINAL (192.168.0.82) para no romper nada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 cuando: </a:t>
            </a:r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Cambiaste la IP, reconectaste, y la volviste a poner como estaba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repaso + Cierre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de verificación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Respondé mentalmente o en voz alta – esto es un repaso, no una evaluación: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1371600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1371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" y="13716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programa debo abrir ANTES de conectar ISPSoft al PLC?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1755648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175564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14400" y="17556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IP por defecto de fábrica del DVP12SE?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139696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213969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14400" y="213969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comando uso en CMD para verificar si el PLC responde?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2523744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252374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14400" y="252374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 de registro uso para almacenar un valor de presión?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907792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290779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14400" y="2907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SET y una bobina común?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57200" y="3291840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6" name="Text 22"/>
          <p:cNvSpPr/>
          <p:nvPr/>
        </p:nvSpPr>
        <p:spPr>
          <a:xfrm>
            <a:off x="457200" y="32918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914400" y="3291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 DCISoft?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57200" y="3675888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9" name="Text 25"/>
          <p:cNvSpPr/>
          <p:nvPr/>
        </p:nvSpPr>
        <p:spPr>
          <a:xfrm>
            <a:off x="457200" y="36758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14400" y="3675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lo primero que reviso si el ping no funciona?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4059936"/>
            <a:ext cx="365760" cy="34747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2" name="Text 28"/>
          <p:cNvSpPr/>
          <p:nvPr/>
        </p:nvSpPr>
        <p:spPr>
          <a:xfrm>
            <a:off x="457200" y="40599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914400" y="40599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entradas y salidas tiene el DVP12SE?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Respuestas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296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COMMGR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0" y="914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(debe estar corriendo siempre antes de ISPSoft)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12984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192.168.1.5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14800" y="12984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(máscara 255.255.255.0)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16824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22960" y="16824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192.168.0.82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114800" y="16824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(desde CMD / Símbolo del sistema)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20665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2960" y="20665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114800" y="20665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(D0-D4999, cada uno almacena 16 bits)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2450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22960" y="2450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queda enclavado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114800" y="2450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se apaga solo, necesita un RESET)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28346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22960" y="2834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IP del PLC y Data Exchange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114800" y="2834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(comunicación PLC a PLC)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32186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22960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y LEDs del puerto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114800" y="32186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(capa física primero, después IP)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36027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22960" y="36027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entradas (X0-X7)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114800" y="36027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4 salidas (Y0-Y3)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¿Alguna duda? Este es el momento de preguntar antes de avanzar al módulo de comunicación TCP.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del módulo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914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DVP12SE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108960" y="914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entradas + 4 salidas, 3 puertos de comunicación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1444752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3619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14447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108960" y="14447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Contactos, bobinas, SET/RESET, temporizadores, contadores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57200" y="1975104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066544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1975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108960" y="19751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(entradas), Y (salidas), M (flags), D (datos), T, C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57200" y="2505456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596896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51560" y="25054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108960" y="25054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ISPSoft (programa) + COMMGR (comunica) + DCISoft (red)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57200" y="3035808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127248"/>
            <a:ext cx="320040" cy="3200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51560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3108960" y="3035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USB, Ethernet (TCP/IP), RS-485 – enfoque en Ethernet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657600"/>
            <a:ext cx="320040" cy="32004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5156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3108960" y="3566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+ COMMGR + ISPSoft Connected = todo OK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esta base, en el próximo módulo arrancamos con comunicación TCP: Modbus, Sockets, Webserver y Email.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Comunicación TCP/IP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7860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560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– PLC como servidor de datos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9864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8803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TCP – Envío libre con SOCKSND/SOCKRCV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1868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200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– Monitoreo desde el navegador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38728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5204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– Alarmas y notificaciones automáticas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58768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38404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a PLC – Sistemas distribuidos</a:t>
            </a:r>
            <a:endParaRPr lang="en-US" sz="1300" dirty="0"/>
          </a:p>
        </p:txBody>
      </p:sp>
      <p:pic>
        <p:nvPicPr>
          <p:cNvPr id="16" name="Image 5" descr="/home/claude/valbol_logo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17" name="Image 6" descr="/home/claude/smartflex_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Autoevaluación: ¿Cómo me siento?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Marcá con una X tu nivel de confianza en cada tema: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554480"/>
                <a:gridCol w="15544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o menos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Necesito repasar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 un PLC y cómo funciona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Elementos básicos de Ladder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X, Y, M,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 sirve ISPSoft, COMMGR, DCISoft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Conectar PC al PLC por Ethernet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Hacer ping y verificar conexión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Monitor Mode en ISPSoft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Cambiar la IP del PLC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tenés algún tema en rojo, consultá con el instructor antes de pasar al módulo 2.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completado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¡Buen trabajo!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de 15 minutos antes del siguiente módulo</a:t>
            </a:r>
            <a:endParaRPr lang="en-US" sz="1600" dirty="0"/>
          </a:p>
        </p:txBody>
      </p:sp>
      <p:pic>
        <p:nvPicPr>
          <p:cNvPr id="7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8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1 - Repaso y Conexion al PLC</dc:title>
  <dc:subject>PptxGenJS Presentation</dc:subject>
  <dc:creator>VALBOL</dc:creator>
  <cp:lastModifiedBy>VALBOL</cp:lastModifiedBy>
  <cp:revision>1</cp:revision>
  <dcterms:created xsi:type="dcterms:W3CDTF">2026-03-09T11:33:55Z</dcterms:created>
  <dcterms:modified xsi:type="dcterms:W3CDTF">2026-03-09T11:33:55Z</dcterms:modified>
</cp:coreProperties>
</file>