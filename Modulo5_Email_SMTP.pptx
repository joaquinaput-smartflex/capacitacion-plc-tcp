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&amp; Notificaciones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SMTP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PLC te avisa por email cuando hay una alarma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7432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 hora 30 minutos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Python + 5 Ejercicios graduales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19202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SMTP (10 min)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3931920"/>
            <a:ext cx="192024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(15 min)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3931920"/>
            <a:ext cx="192024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Python (20 min)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3931920"/>
            <a:ext cx="192024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(45 min)</a:t>
            </a:r>
            <a:endParaRPr lang="en-US" sz="1000" dirty="0"/>
          </a:p>
        </p:txBody>
      </p:sp>
      <p:pic>
        <p:nvPicPr>
          <p:cNvPr id="1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1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05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Palabra clave: SMTP = EL CARTERO DEL EMAIL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= Simple Mail Transfer Protocol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protocolo que usa internet para enviar correos electrónicos.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el PLC detecta un problema, escribe una carta (el email), y se la da al cartero (SMTP) para que la entregue en tu casilla de Gmail.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sirve en automatización?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Alarma de baja presión → email al técnico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Válvula cerró por emergencia → email al supervisor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 diario de estado → email automático cada 24hs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Mantenimiento preventivo → email cuando se cumple X ciclos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envía email un PLC? (10 min)</a:t>
            </a:r>
            <a:endParaRPr lang="en-US" sz="16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DVP12SE NO tiene SMTP nativo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El PLC no puede enviar emails directamente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PLCs más grandes (Siemens S7-1500, Allen-Bradley), el DVP12SE no tiene instrucción de email incorporada.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Necesitamos un intermediario: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PLC le pasa los datos a algo que SÍ sepa enviar emails.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2926080"/>
            <a:ext cx="201168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2926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DVP12SE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alarma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926080" y="2926080"/>
            <a:ext cx="2011680" cy="8229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6" name="Text 12"/>
          <p:cNvSpPr/>
          <p:nvPr/>
        </p:nvSpPr>
        <p:spPr>
          <a:xfrm>
            <a:off x="2926080" y="2926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(PC con Python)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92608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Modbus + envía email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0" y="2926080"/>
            <a:ext cx="2011680" cy="8229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5"/>
          <p:cNvSpPr/>
          <p:nvPr/>
        </p:nvSpPr>
        <p:spPr>
          <a:xfrm>
            <a:off x="5486400" y="2926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Server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48640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el correo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7498080" y="2926080"/>
            <a:ext cx="2011680" cy="8229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0" y="2926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casilla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468880" y="3291840"/>
            <a:ext cx="457200" cy="54864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4" name="Shape 20"/>
          <p:cNvSpPr/>
          <p:nvPr/>
        </p:nvSpPr>
        <p:spPr>
          <a:xfrm>
            <a:off x="4937760" y="3291840"/>
            <a:ext cx="457200" cy="54864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5" name="Shape 21"/>
          <p:cNvSpPr/>
          <p:nvPr/>
        </p:nvSpPr>
        <p:spPr>
          <a:xfrm>
            <a:off x="7498080" y="3291840"/>
            <a:ext cx="457200" cy="54864"/>
          </a:xfrm>
          <a:prstGeom prst="rect">
            <a:avLst/>
          </a:prstGeom>
          <a:solidFill>
            <a:srgbClr val="E8ECF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métodos para enviar email desde el PLC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funciona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Dificultad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Usamos en el curso?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HMI DOP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DOPSoft tiene SMTP integrado.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HMI lee Modbus y envía email.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Fácil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(config visual)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(requiere HMI física)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pymodbus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Python lee registros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Modbus TCP y envía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smtplib.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 Medio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(copiar/pegar script)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¡Es el que practicamos!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E44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Socket TCP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E44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 a SMTP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SOCKSND envía comandos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 directamente al servidor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correo.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 Avanzado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(construir trama SMTP)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(muy complejo)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Nos enfocamos en el Método 2 (Python) porque: es gratis, no necesita hardware extra, y es una habilidad útil para el futuro.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métodos (15 min)</a:t>
            </a:r>
            <a:endParaRPr lang="en-US" sz="16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Gmail: contraseña de aplicación (paso a paso)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no permite que un script use tu contraseña normal. Necesitás una "contraseña de aplicación".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previo: activar verificación en 2 pasos en tu cuenta Google.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Ir a myaccount.google.com/apppasswords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 "App": seleccionar "Otro" → escribir "PLC VALBOL"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"Generar"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Google muestra una contraseña de 16 caracteres (ej: abcd efgh ijkl mnop)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Copiar esa contraseña → usarla en el script Python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Esa contraseña solo sirve para enviar emails desde el script. No da acceso a tu cuenta completa.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para no-programadores (20 min)</a:t>
            </a:r>
            <a:endParaRPr lang="en-US" sz="16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en 5 minutos: lo justo y necesario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 vamos a ser programadores. Solo necesitamos copiar, pegar y modificar 3 cosas.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48640" y="1417320"/>
            <a:ext cx="8046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Esto es un comentario (Python lo ignora)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 = un nombre que guarda un valor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presion = 350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 = "OK"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ip_plc = "192.168.0.82"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Print = mostrar algo en pantalla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print("La presion es:", presion)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= si pasa algo, hacer algo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presion &lt; 200: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print("ALARMA: presion baja!")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 = traer una herramienta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pymodbus.client import ModbusTcpClient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Palabra clave: Python = calculadora inteligente que sabe hablar Modbus y enviar emails.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Instalar Python + pymodbus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Instalar Python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de python.org → Instalar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MUY IMPORTANTE: marcar la casilla "Add Python to PATH" durante la instalación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Instalar pymodbus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CMD → escribir: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48640" y="2606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pymodbus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 funciona, debería decir "Successfully installed pymodbus"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 verificar: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"import pymodbus; print(pymodbus.__version__)"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Verificar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comando anterior muestra un número de versión (ej: 3.6.0), ¡todo listo!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prácticos (45 min)</a:t>
            </a:r>
            <a:endParaRPr lang="en-US" sz="16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1: Leer registros del PLC con Python (⭐)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script: conectar al PLC y leer registros D.</a:t>
            </a:r>
            <a:endParaRPr lang="en-US" dirty="0"/>
          </a:p>
          <a:p>
            <a:pPr indent="0" marL="0">
              <a:buNone/>
            </a:pPr>
            <a:r>
              <a:rPr lang="en-US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10 min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274320" y="2011680"/>
            <a:ext cx="8595360" cy="2011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65760" y="205740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ejercicio1_leer.py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pymodbus.client import ModbusTcpClient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Conectar al PLC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 = ModbusTcpClient('192.168.0.82', port=502)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plc.connect()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Leer 5 registros desde D0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plc.read_holding_registers(0, 5, slave=1)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print('Valores:', resultado.registers)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Cerrar conexion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plc.close()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El script muestra los valores de D0-D4 en la pantalla. ¡Estamos leyendo el PLC desde Python!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2: Detectar alarma en Python (⭐⭐)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presiones y detectar si están fuera de rango.</a:t>
            </a:r>
            <a:endParaRPr lang="en-US" dirty="0"/>
          </a:p>
          <a:p>
            <a:pPr indent="0" marL="0">
              <a:buNone/>
            </a:pPr>
            <a:r>
              <a:rPr lang="en-US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10 min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274320" y="2011680"/>
            <a:ext cx="859536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65760" y="205740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ejercicio2_alarma.py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pymodbus.client import ModbusTcpClient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 = ModbusTcpClient('192.168.0.82', port=502)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plc.connect()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    # Repetir para siempre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 = plc.read_holding_registers(0, 3, slave=1)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p1, p2, p3 = reg.registers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print(f'P1={p1}  P2={p2}  P3={p3}')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p1 &lt; 200 or p2 &lt; 200 or p3 &lt; 200: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print('*** ALARMA: PRESION BAJA! ***')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time.sleep(2)    # Esperar 2 segundos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El script monitorea presiones cada 2 seg y grita ALARMA si alguna baja de 200.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3: Enviar email real con Python (⭐⭐⭐)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un email de prueba desde Python (sin PLC todavía).</a:t>
            </a:r>
            <a:endParaRPr lang="en-US" dirty="0"/>
          </a:p>
          <a:p>
            <a:pPr indent="0" marL="0">
              <a:buNone/>
            </a:pPr>
            <a:r>
              <a:rPr lang="en-US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10 min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274320" y="2011680"/>
            <a:ext cx="859536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65760" y="205740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ejercicio3_email.py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smtplib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email.message import EmailMessage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EmailMessage()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msg['Subject'] = 'Prueba desde PLC VALBOL'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msg['From']    = 'tucuenta@gmail.com'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msg['To']      = 'destino@gmail.com'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msg.set_content('Este es un email de prueba enviado desde Python.')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Conectar a Gmail y enviar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smtplib.SMTP_SSL('smtp.gmail.com', 465) as smtp: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smtp.login('tucuenta@gmail.com', 'abcd efgh ijkl mnop')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smtp.send_message(msg)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print('Email enviado!')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Revisá tu casilla – debería haber llegado el email de prueba.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4: Alarma Line Break completa (⭐⭐⭐⭐)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todo: leer PLC + detectar alarma + enviar email.</a:t>
            </a:r>
            <a:endParaRPr lang="en-US" dirty="0"/>
          </a:p>
          <a:p>
            <a:pPr indent="0" marL="0">
              <a:buNone/>
            </a:pPr>
            <a:r>
              <a:rPr lang="en-US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15 min  |  </a:t>
            </a:r>
            <a:pPr indent="0" marL="0">
              <a:buNone/>
            </a:pPr>
            <a:r>
              <a:rPr lang="en-US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ejercicio más importante del módulo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274320" y="2011680"/>
            <a:ext cx="859536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65760" y="205740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ejercicio4_alarma_email.py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Lee presiones del PLC, si detecta baja presion envia email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pymodbus.client import ModbusTcpClient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smtplib, time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email.message import EmailMessage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 = ModbusTcpClient('192.168.0.82', port=502)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plc.connect()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alarma_enviada = False    # Para no enviar 100 emails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 = plc.read_holding_registers(0, 3, slave=1)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p1, p2, p3 = reg.registers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(p1&lt;200 or p2&lt;200 or p3&lt;200) and not alarma_enviada: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Construir y enviar email de alarma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 = EmailMessage()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msg['Subject'] = f'ALARMA Line Break - Presion baja'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msg.set_content(f'P1={p1} P2={p2} P3={p3}')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... (config email igual que ejercicio 3)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alarma_enviada = True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time.sleep(5)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5: Reporte diario por email (⭐⭐⭐⭐)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que envía un resumen diario a las 8:00 AM automáticamente.</a:t>
            </a:r>
            <a:endParaRPr lang="en-US" dirty="0"/>
          </a:p>
          <a:p>
            <a:pPr indent="0" marL="0">
              <a:buNone/>
            </a:pPr>
            <a:r>
              <a:rPr lang="en-US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conceptual (para implementar después del curso)</a:t>
            </a:r>
            <a:endParaRPr lang="en-US" dirty="0"/>
          </a:p>
          <a:p>
            <a:pPr indent="0" marL="0">
              <a:buNone/>
            </a:pPr>
            <a:endParaRPr lang="en-US" sz="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Concepto: agregar lógica de tiempo al script</a:t>
            </a:r>
            <a:endParaRPr lang="en-US" sz="600" dirty="0"/>
          </a:p>
        </p:txBody>
      </p:sp>
      <p:sp>
        <p:nvSpPr>
          <p:cNvPr id="12" name="Shape 8"/>
          <p:cNvSpPr/>
          <p:nvPr/>
        </p:nvSpPr>
        <p:spPr>
          <a:xfrm>
            <a:off x="274320" y="2468880"/>
            <a:ext cx="859536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65760" y="251460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ejercicio5_reporte_diario.py (concepto)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datetime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ahora = datetime.datetime.now()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ahora.hour == 8 and ahora.minute == 0: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Leer todos los registros del PLC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Armar un resumen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Enviar por email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enviar_reporte()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time.sleep(60)    # Revisar cada 1 minuto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 puede dejar corriendo en una PC vieja o Raspberry Pi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 script arranca con Windows y corre 24/7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Preguntas de verificación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36576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05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1440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SMTP?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1508760"/>
            <a:ext cx="36576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1508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14400" y="1508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DVP12SE puede enviar emails solo?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2011680"/>
            <a:ext cx="36576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1440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método usamos para enviar emails?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57200" y="2514600"/>
            <a:ext cx="36576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2514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1440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pymodbus?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57200" y="3017520"/>
            <a:ext cx="36576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necesitamos contraseña de aplicación de Gmail?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57200" y="3520440"/>
            <a:ext cx="36576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5" name="Text 21"/>
          <p:cNvSpPr/>
          <p:nvPr/>
        </p:nvSpPr>
        <p:spPr>
          <a:xfrm>
            <a:off x="457200" y="3520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914400" y="3520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no ponemos control de alarma_enviada?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Respuestas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1005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2296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protocolo que envía emails por internet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02920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(Simple Mail Transfer Protocol)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15087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22960" y="1508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– necesita un intermediario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(PC con Python, HMI con DOPSoft)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20116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22960" y="2011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pymodbus + smtplib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02920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(lee Modbus, envía email)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25146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22960" y="2514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Python para hablar Modbus TCP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2920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(pip install pymodbus)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7200" y="30175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22960" y="3017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bloquea scripts con contraseña normal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02920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 seguridad, necesita app password)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57200" y="35204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22960" y="3520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envía cientos de emails por segundo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029200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(flag alarma_enviada evita eso)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Palabras clave del Módulo 5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22860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05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926080" y="1005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cartero del email – protocolo para enviar correos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1517904"/>
            <a:ext cx="228600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15179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926080" y="151790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inteligente que habla Modbus y envía emails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2029968"/>
            <a:ext cx="22860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20299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PYMODBUS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926080" y="20299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Python para leer/escribir registros del PLC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2542032"/>
            <a:ext cx="22860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2542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SMTPLIB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926080" y="254203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Python para enviar emails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3054096"/>
            <a:ext cx="2286000" cy="4572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30540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PASSWORD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926080" y="305409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 especial de Gmail para scripts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57200" y="3566160"/>
            <a:ext cx="22860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1"/>
          <p:cNvSpPr/>
          <p:nvPr/>
        </p:nvSpPr>
        <p:spPr>
          <a:xfrm>
            <a:off x="45720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ALARMA_ENVIADA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2926080" y="3566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para no enviar 100 emails – solo 1 por evento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5 completado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286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módulo: PLC a PLC + Ejercicio Integrador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arquitectura completa de un sistema Line Break</a:t>
            </a:r>
            <a:endParaRPr lang="en-US" sz="1500" dirty="0"/>
          </a:p>
        </p:txBody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5 - Email SMTP</dc:title>
  <dc:subject>PptxGenJS Presentation</dc:subject>
  <dc:creator>VALBOL</dc:creator>
  <cp:lastModifiedBy>VALBOL</cp:lastModifiedBy>
  <cp:revision>1</cp:revision>
  <dcterms:created xsi:type="dcterms:W3CDTF">2026-03-16T11:21:44Z</dcterms:created>
  <dcterms:modified xsi:type="dcterms:W3CDTF">2026-03-16T11:21:44Z</dcterms:modified>
</cp:coreProperties>
</file>