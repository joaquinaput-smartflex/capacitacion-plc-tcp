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 TCP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libre con SOCKSND y SOCKRCV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 hora 30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+ 5 Ejercicios prácticos graduales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(20 min)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(15 min)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 (10 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(45 min)</a:t>
            </a:r>
            <a:endParaRPr lang="en-US" sz="1000" dirty="0"/>
          </a:p>
        </p:txBody>
      </p:sp>
      <p:pic>
        <p:nvPicPr>
          <p:cNvPr id="1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Palabra clave: SOCKET = ENCHUFE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socket es como un enchufe virtual entre dos dispositivos.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enchufás un artefacto a la pared, la electricidad fluye.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conectás un socket TCP, los datos fluyen.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es como llamar por teléfono con un menú de opciones: "Presione 1 para leer, 2 para escribir..."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 es como hablar por radio: decís lo que querés, en el formato que querés, sin menú.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para recordar: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= SOCKET SEND = Enviar datos por el enchufe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 = SOCKET RECEIVE = Recibir datos por el enchufe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Concepto: ¿Qué es un Socket? (20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usar Socket en lugar de Modbus?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es perfecto para la mayoría de los casos. Pero a veces necesitamos más libertad.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4612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Fijo (pregunta-respuesta)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 (lo que vos quieras)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con campos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Hoja en blanco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Fácil (estándar)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 Requiere programación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a registros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(cualquier dato)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SCADA, HMI, otros PLCs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custom, APIs, servidores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DCISoft /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 / SOCKRCV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"Dame el registro 40001"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"Presión:350;Estado:OK"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 simple: si podés usar Modbus, usá Modbus. Si necesitás formato libre o comunicarte con una app que no habla Modbus, usá Socket.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 un Socket TCP?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conexión punto a punto entre dos dispositivos. Uno escucha (servidor) y otro se conecta (cliente).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pasos (como una llamada telefónica):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011680"/>
            <a:ext cx="457200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20116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0584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2608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conecta al servidor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 + Puerto)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1792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Discás el número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572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0584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/ RECIBIR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926080" y="2834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fluyen en ambas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libremente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1792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Hablás y escuchás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3657600"/>
            <a:ext cx="4572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3657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00584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292608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de los dos puede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la conexión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1792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Cortás la llamada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Palabra clave: IP + PUERTO = la dirección completa del socket (como número de teléfono + interno)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que escucha (Listener) y el que envía (Sender)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97280"/>
            <a:ext cx="3657600" cy="2286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" y="11887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= LISTENER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que escucha)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programa que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en un puerto.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SETUP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Sender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029200" y="1097280"/>
            <a:ext cx="3657600" cy="228600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212080" y="11887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= SENDER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que envía)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SOCKSND para enviar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al listener.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saber: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del listener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del listener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114800" y="2103120"/>
            <a:ext cx="9144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0"/>
          <p:cNvSpPr/>
          <p:nvPr/>
        </p:nvSpPr>
        <p:spPr>
          <a:xfrm>
            <a:off x="41148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→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caso: el PLC envía datos (SOCKSND) y la PC los recibe (Hercules).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puede al revés: la PC envía y el PLC recibe (SOCKRCV).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Hercules: nuestra herramienta de prueba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SETUP es un programa gratuito de HW-group que permite escuchar en un puerto TCP.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lo usamos?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 los datos que el PLC envía por SOCKSND. Es como un "osciloscopio de red".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Hercules → solapa "TCP Server"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Port: 10000  (o el que elijamos)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"Listen"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programa queda esperando conexiones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Palabra clave: PUERTO 10000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usa el 502 (fijo). Para sockets, elegimos nosotros. Usamos 10000 en todo el curso.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– Enviar datos desde el PLC (15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SOCKSND: envía datos del PLC a otro dispositivo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SOCKSND = SOCKet SEND = Enviar por el enchufe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instrucción del PLC que agarra datos de registros D y los envía por Ethernet a una IP y puerto específicos.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1920240"/>
            <a:ext cx="859536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19659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Formato de la instrucción: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M1000  SOCKSND  S1  S2  S3  S4  S5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S1 = Conexión (número de socket, K1-K8)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S2 = Registro inicial de datos a enviar (ej: D100)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S3 = Cantidad de datos a enviar (en words)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S4 = Puerto destino (ej: K10000)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S5 = IP destino almacenada en registros D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Ejemplo: enviar D100-D104 al puerto 10000 de 192.168.0.10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SOCKSND  K1  D100  K5  K10000  D200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^   ^     ^   ^       ^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|   |       IP destino en D200-D203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|   puerto del listener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5 registros (D100 a D104)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desde D100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socket número 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Registros especiales para Ethernet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DVP-SE usa registros especiales M y D para controlar las comunicaciones Ethernet: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30175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Para recordar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Ethernet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comunicación Ethernet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"Encender el enchufe"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D200-D203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destino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4 octetos de la IP (1 por registro)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 dirección del cartero"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de envío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para disparar el envío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"Apretar el botón enviar"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M1351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completado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pone ON cuando terminó de enviar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 luz verde de enviado"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de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pone ON si hubo error en el envío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 luz roja de error"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hace falta memorizar todos. Con saber que D200 = IP destino y M1350 = botón de enviar, arrancamos.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cargo la IP destino en los registros 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octeto de la IP va en un registro D separado: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14400" y="1463040"/>
            <a:ext cx="13716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1440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86000" y="1463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2560320" y="1463040"/>
            <a:ext cx="13716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1"/>
          <p:cNvSpPr/>
          <p:nvPr/>
        </p:nvSpPr>
        <p:spPr>
          <a:xfrm>
            <a:off x="256032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56032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31920" y="1463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206240" y="1463040"/>
            <a:ext cx="13716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5"/>
          <p:cNvSpPr/>
          <p:nvPr/>
        </p:nvSpPr>
        <p:spPr>
          <a:xfrm>
            <a:off x="420624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20624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7840" y="1463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5852160" y="1463040"/>
            <a:ext cx="137160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19"/>
          <p:cNvSpPr/>
          <p:nvPr/>
        </p:nvSpPr>
        <p:spPr>
          <a:xfrm>
            <a:off x="585216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85216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48640" y="25146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Cargar IP destino: 192.168.0.10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M1002  MOV  K192  D200     // Primer octeto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M1002  MOV  K168  D201     // Segundo octeto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M1002  MOV  K0    D202     // Tercer octeto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M1002  MOV  K10   D203     // Cuarto octeto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¿Querés enviar a otra IP? Solo cambiá los valores.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Ejemplo: 192.168.0.82 (nuestro PLC)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M1002  MOV  K82   D203   // Solo cambia el último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 – Recibir datos en el PLC (10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SOCKRCV: recibe datos de otro dispositivo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SOCKRCV = SOCKet RECEIVE = Recibir por el enchufe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complemento de SOCKSND. Mientras SOCKSND envía datos hacia afuera, SOCKRCV los recibe desde afuera y los guarda en registros 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que SOCKSND pero en sentido inverso: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2514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SOCKRCV  K1  D300  K5  K10000  D200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^   ^     ^   ^       ^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|   |       IP del que envia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|   puerto en el que escucha el PLC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|     5 registros a recibir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|   guardar desde D300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socket número 1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 datos que lleguen se guardan en D300-D304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PLC los puede usar como cualquier otro registro 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Palabra clave: SOCKSND = envía datos HACIA AFUERA. SOCKRCV = recibe datos DESDE AFUERA.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 graduales (45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1: Instalar Hercules y escuchar (⭐)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 PC para recibir datos del PLC.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5 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Descargar Hercules de www.hw-group.com (ya está instalado)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Hercules → solapa "TCP Server"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 "Port": escribir 10000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"Listen"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 botón cambia a "Close" y dice "Listening"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Verificar tu IP: abrir CMD → ipconfig → anotar tu IPv4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dice "Listening on port 10000" y sabés tu IP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Recordá: la PC es el LISTENER (escucha). El PLC va a ser el SENDER (envía).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2: Primer envío SOCKSND (⭐⭐)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3 valores del PLC a la PC por Socket TCP.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1920240"/>
            <a:ext cx="8595360" cy="23774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19659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Programa: primer envío Socket TCP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Cargar IP de tu PC (ej: 192.168.0.10)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 ||--[ M1002 ]--[  MOV  K192  D200 ]--||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 ||--[ M1002 ]--[  MOV  K168  D201 ]--||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 ||--[ M1002 ]--[  MOV  K0    D202 ]--||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 ||--[ M1002 ]--[  MOV  K10   D203 ]--||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Cargar datos a enviar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R5:  ||--[ M1002 ]--[  MOV  K350  D100 ]--||  Presión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R6:  ||--[ M1002 ]--[  MOV  K220  D101 ]--||  Temperatura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R7:  ||--[ M1002 ]--[  MOV  K1    D102 ]--||  Estado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Enviar una vez al presionar X0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R8:  ||--[  X0  ]---[ SOCKSND K1 D100 K3 K10000 D200 ]--||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||------------- [     END          ]--||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Activar X0 → en Hercules aparecen los datos. ¡Primer envío exitoso!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3: Envío periódico cada 5 seg (⭐⭐⭐)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datos automáticamente cada 5 segundos (sin tocar X0).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  |  </a:t>
            </a:r>
            <a:pPr indent="0" marL="0">
              <a:buNone/>
            </a:pPr>
            <a:r>
              <a:rPr lang="en-US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el ejercicio anterior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Reemplazar Rung 8 del ejercicio 2 por: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Timer de 5 segundos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R8:  ||--[ M1000 ]--[  TMR  T0  K50   ]--||  Timer 5 seg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Cuando T0 llega: enviar + resetear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R9:  ||--[  T0  ]---[ SOCKSND K1 D100 K3 K10000 D200 ]--||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R10: ||--[  T0  ]---[  RST  T0         ]--||  Reset timer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BONUS: hacer que los datos cambien para ver diferencia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R11: ||--[  T0  ]---[  INC  D100       ]--||  Presión sube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 Hercules ves datos nuevos cada 5 segundos, con la presión subiendo.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Esto es la base de un sistema de REPORTE automático: el PLC informa sin que nadie le pregunte.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4: Recibir datos con SOCKRCV (⭐⭐⭐)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envía datos al PLC y el PLC los recibe en registros D.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  |  </a:t>
            </a:r>
            <a:pPr indent="0" marL="0">
              <a:buNone/>
            </a:pPr>
            <a:r>
              <a:rPr lang="en-US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el PLC escucha y la PC envía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859536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205740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Programa: recibir datos desde la PC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SOCKRCV escucha en puerto 10000 y guarda en D300-D304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 ||--[ M1000 ]--[ SOCKRCV K1 D300 K5 K10000 D200 ]--||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Mostrar lo recibido en salidas (para verificar)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 D300 &gt; 0, encender Y0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 ||--[ M1000 ]--[  CMP  D300  K0  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 ||--[ M10  ]---[  SET  Y0         ]--||  D300 &gt; 0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||------------- [     END          ]--||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Hercules (como cliente): conectar a la IP del PLC, puerto 10000, y enviar datos.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ISPSoft Monitor Mode: ver D300-D304 cambiar con lo que envía la PC.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datos fluyen de la PC al PLC. Combinado con SOCKSND = comunicación bidireccional.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5: Reporte Line Break (⭐⭐⭐⭐)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envía un reporte completo del estado Line Break cada 5 seg.</a:t>
            </a:r>
            <a:endParaRPr lang="en-US" dirty="0"/>
          </a:p>
          <a:p>
            <a:pPr indent="0" marL="0">
              <a:buNone/>
            </a:pPr>
            <a:r>
              <a:rPr lang="en-US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  |  </a:t>
            </a:r>
            <a:pPr indent="0" marL="0">
              <a:buNone/>
            </a:pPr>
            <a:r>
              <a:rPr lang="en-US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todo lo aprendido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datos a enviar: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914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válvula (0/1/2)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(0=Man 1=Auto)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 (bitfield)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ciclos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reporte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365760" y="3337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Envío automático cada 5 seg: 8 registros D100-D107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R8:  ||--[ M1000 ]--[  TMR  T0  K50      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R9:  ||--[  T0  ]---[ SOCKSND K1 D100 K8 K10000 D200 ]--||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R10: ||--[  T0  ]---[  INC  D107           ]--||  N° reporte</a:t>
            </a:r>
            <a:endParaRPr lang="en-US" sz="8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R11: ||--[  T0  ]---[  RST  T0             ]--||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Hercules recibe 8 valores cada 5 seg = sistema de telemetría Line Break funcionando.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comunes con Socket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9260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llegan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destino incorrecta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D200-D203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 en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llegan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Hercules no escucha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que diga "Listening"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Listen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puerto en PLC y Hercules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K10000 = 10000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Desactivar firewall de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probar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M1352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rechazada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que listener esté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Hercules primero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basura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incorrecto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Hercules muestra en HEX, pasar a 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"HEX"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 de oro del Socket: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encender el LISTENER primero, después hacer el envío desde el PLC. Si el listener no está escuchando, el PLC no tiene a quién entregar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lo que aprendimos de Socket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8600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datos del PLC a otro dispositivo (PC, servidor, otro PLC)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508760"/>
            <a:ext cx="16459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8600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datos de otro dispositivo y los guarda en registros 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2860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nosotros (ej: 10000). Modbus usa 502 fijo.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164592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destino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2860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 en D200-D203, un octeto por registro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017520"/>
            <a:ext cx="1645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2860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prueba: escucha en un puerto y muestra lo que llega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520440"/>
            <a:ext cx="1645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primero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28600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encender el que escucha antes de enviar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Recordar: Modbus = formulario estándar. Socket = hoja en blanco. Ambos viajan por el mismo cable Ethernet.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1005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SOCKSND? ¿Y SOCKRCV?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Modbus y Socket TCP?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4400" y="17739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registros D cargo la IP destino?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1579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puerto usamos para sockets en el curso?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4400" y="2542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programa uso en la PC para escuchar datos del PLC?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2926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tengo que encender primero: el listener o el PLC?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14400" y="33101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la IP en D200-D203 está mal?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914400" y="36941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usar Socket y Modbus al mismo tiempo en el PLC?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914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= Socket Send (enviar)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SOCKRCV = Socket Receive (recibir)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2801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= formato fijo (formulario)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0" y="1280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= formato libre (hoja en blanco)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16459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D200, D201, D202, D203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 octeto de la IP en cada registro)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20116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22960" y="2011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10000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488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(elegimos nosotros, Modbus usa 502)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23774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22960" y="2377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SETUP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(solapa TCP Server, botón Listen)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27432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" y="2743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LISTENER (Hercules) primero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75488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no escucha nadie, el envío falla)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31089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22960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llegan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54880" y="3108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verificar con ipconfig)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347472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22960" y="3474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Modbus usa puerto 502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754880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Socket usa otro puerto (10000)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 clave del Módulo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210312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0" y="9144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Enchufe virtual entre dos dispositivos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335024"/>
            <a:ext cx="210312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3350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SOCKSND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0" y="133502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Send = enviar datos desde el PLC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1755648"/>
            <a:ext cx="210312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7556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SOCKRCV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0" y="175564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Receive = recibir datos en el PLC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176272"/>
            <a:ext cx="210312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1762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743200" y="21762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que escucha (Hercules en la PC)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596896"/>
            <a:ext cx="21031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5968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PUERTO 10000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743200" y="25968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puerto que elegimos para sockets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017520"/>
            <a:ext cx="2103120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017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D200-D203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743200" y="3017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carga la IP destino (1 octeto por registro)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3438144"/>
            <a:ext cx="210312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4381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M1350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743200" y="34381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apretar el botón de enviar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7200" y="3858768"/>
            <a:ext cx="210312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8587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 PRIMERO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2743200" y="38587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encender el que escucha antes de enviar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completado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trabajo!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 Webserver embebido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PLC desde el navegador del celular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de 15 minutos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3 - Socket TCP</dc:title>
  <dc:subject>PptxGenJS Presentation</dc:subject>
  <dc:creator>VALBOL</dc:creator>
  <cp:lastModifiedBy>VALBOL</cp:lastModifiedBy>
  <cp:revision>1</cp:revision>
  <dcterms:created xsi:type="dcterms:W3CDTF">2026-03-16T11:09:26Z</dcterms:created>
  <dcterms:modified xsi:type="dcterms:W3CDTF">2026-03-16T11:09:26Z</dcterms:modified>
</cp:coreProperties>
</file>