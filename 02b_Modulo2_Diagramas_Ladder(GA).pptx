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– Programas Ladder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Modbus TCP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Ladder para cada ejercicio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para el instructor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slide = un programa para armar en ISPSoft</a:t>
            </a:r>
            <a:endParaRPr lang="en-US" sz="1400" dirty="0"/>
          </a:p>
        </p:txBody>
      </p:sp>
      <p:pic>
        <p:nvPicPr>
          <p:cNvPr id="8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9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976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Cómo leer los diagramas Ladder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││                                              ││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││───[ M1002 ]────────[  MOV  K100   D0  ]───││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││   contacto NA        instrucción              ││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││                                              ││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219456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││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Rieles de alimentación (siempre presentes)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M1002 ]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Contacto NA del bit M1002 (pulso inicial del PLC)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[/ X0 ]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Contacto NC (normalmente cerrado, conduce cuando X0=OFF)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MOV  K100  D0  ]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Instrucción: mover valor 100 al registro D0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va de izquierda a derecha. Si el contacto está cerrado (ON), la instrucción se ejecuta.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especiales del DVP12SE: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M1000 = siempre ON (se ejecuta cada scan del PLC)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M1002 = pulso de un solo scan al encender el PLC (inicialización)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fijos para lectura Modbus (⭐)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Ej.1 – Programa Ladder: cargar valores en D0-D4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22860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1: Valores fijos para lectura Modbus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M1002 = pulso de inicialización (1 scan)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1:  ││──[ M1002 ]───[  MOV  K100   D0  ]──││  Temp = 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2:  ││──[ M1002 ]───[  MOV  K250   D1  ]──││  Presión = 250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3:  ││──[ M1002 ]───[  MOV  K75    D2  ]──││  Humedad = 75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4:  ││──[ M1002 ]───[  MOV  K1     D3  ]──││  Estado = 1 (OK)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5:  ││──[ M1002 ]───[  MOV  K500   D4  ]──││  Caudal = 500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6:  ││─────────────[     END         ]──││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 ModbusClientX: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FC03 | Start: 0 | Quantity: 5 → Resultado: 100, 250, 75, 1, 500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D0=40001  D1=40002  D2=40003  D3=40004  D4=40005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2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entradas reales X0-X7 (⭐⭐)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Ej.2 – Ladder: copiar entradas a registros 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31089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2: Leer estado de entradas X0-X7 por Modbus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Agregar ANTES del END del ejercicio 1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7:  ││──[ M1000 ]───[  MOV  K8X0   D50 ]──││  8 bits X0-X7 → D50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K8X0 = tomar 8 bits desde X0 como número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Si X0+X2 ON: D50 = 5 (binario 00000101)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8:  ││──[ M1000 ]───[ ZRST  D51    D58 ]──││  Limpiar D51-D58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9:  ││──[  X0  ]────[  MOV  K1     D51 ]──││  X0 → D51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10: ││──[  X1  ]────[  MOV  K1     D52 ]──││  X1 → D52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11: ││──[  X2  ]────[  MOV  K1     D53 ]──││  X2 → D53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12: ││──[  X3  ]────[  MOV  K1     D54 ]──││  X3 → D54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13: ││──[  X4  ]────[  MOV  K1     D55 ]──││  X4 → D55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14: ││──[  X5  ]────[  MOV  K1     D56 ]──││  X5 → D56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15: ││──[  X6  ]────[  MOV  K1     D57 ]──││  X6 → D57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16: ││──[  X7  ]────[  MOV  K1     D58 ]──││  X7 → D58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FC03 | Start: 50 | Qty: 9 → D50=estado binario, D51-D58=cada entrada individual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Ej.3 – Escribir registros (sin Ladder adicional)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PROGRAMA LADDER ADICIONAL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D del PLC se pueden escribir directamente por Modbus sin código especial.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en ModbusClientX: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FC06 (Write Single): Address=100, Value=999 → D100=999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FC06: Address=101, Value=500 → D101=500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FC10 (Write Multi): Address=200, Qty=3, Values=111,222,333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Verificar en ISPSoft Monitor Mode (F8)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Importante: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registros D que el programa Ladder NO esté escribiendo (D100+ están libres). Si el programa hace MOV a D100 cada scan, el valor Modbus se pisa.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4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con umbral remoto (⭐⭐⭐)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Ej.4 – Ladder: contador + comparación + alarma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1828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4: Contador con umbral remoto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D0=contador  D100=umbral(PC)  D10=estado  Y0=alarma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1:  ││──[ M1002 ]───[  MOV   K50   D100]──││  Umbral ini=50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2:  ││──[ M1000 ]───[  TMR   T0    K10 ]──││  Timer 1 seg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3:  ││──[  T0  ]────[  INC   D0        ]──││  D0 = D0 + 1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││──[  T0  ]────[  RST   T0        ]──││  Reset timer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4320" y="2834640"/>
            <a:ext cx="8595360" cy="1645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65760" y="288036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4:  ││──[ M1000 ]───[  CMP   D0   D100 ]──││  M10=mayor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// CMP: M10=D0&gt;D100  M11=D0=D100  M12=D0&lt;D100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5:  ││──[ M10  ]─┬───[  SET   Y0        ]──││  Alarma 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││──[ M11  ]─┘                           ││  (OR: &gt;= )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Rung 6:  ││──[  Y0  ]────[  MOV   K1    D10 ]──││  D10=1 alarma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││──[/ Y0  ]────[  MOV   K0    D10 ]──││  D10=0 normal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││─────────────[     END         ]──││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Ej.4 – Prueba interactiva paso a paso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ModbusClientX: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FC03, Addr=0, Qty=1 → Leer D0 varias veces → sube 1/seg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FC03, Addr=100, Qty=1 → D100=50 (umbral por defecto)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Esperar que D0 llegue a 50...</a:t>
            </a:r>
            <a:endParaRPr lang="en-US" sz="13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FC03, Addr=10, Qty=1 → D10 cambia a 1 = ¡ALARMA!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FC06, Addr=100, Value=200 → Subir umbral a 200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 alarma deja de activarse hasta que D0 llegue a 200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FC06, Addr=100, Value=10 → Umbral bajo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La alarma se activa enseguida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Concepto clave: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PLC genera datos, la PC controla el comportamiento remotamente. Esto es la base de un SCADA.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5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Line Break (⭐⭐⭐⭐)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Ej.5 – Mapa de registros del tablero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2560320"/>
                <a:gridCol w="3931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 / Nota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 (x0.1 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 (x0.1 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sensor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0-1000 (x0.1 bar)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válvula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0=Cerr 1=Abierta 2=Trans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operación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0=Manual 1=Automático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Contador ciclos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 cada 0.5s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 (bitfield)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bit0=bajaP  bit1=altaP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baja 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ESCRIBIBLE desde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alta 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ESCRIBIBLE desde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D100-D101 son escribibles por Modbus (FC06) para configurar umbrales remotamente.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Ej.5 – Ladder: inicialización + variación de presión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EJERCICIO 5: SIMULADOR LINE BREAK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Parte 1: Inicialización y variación de presión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=== INICIALIZACIÓN (M1002 = primer scan) 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R1:  ││──[ M1002 ]──[  MOV  K500   D0  ]──││  P1 = 50.0 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R2:  ││──[ M1002 ]──[  MOV  K480   D1  ]──││  P2 = 48.0 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R3:  ││──[ M1002 ]──[  MOV  K510   D2  ]──││  P3 = 51.0 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R4:  ││──[ M1002 ]──[  MOV  K1     D10 ]──││  Válvula abierta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R5:  ││──[ M1002 ]──[  MOV  K1     D11 ]──││  Modo automático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R6:  ││──[ M1002 ]──[  MOV  K200   D100]──││  Umbral baja=20bar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R7:  ││──[ M1002 ]──[  MOV  K800   D101]──││  Umbral alta=80bar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=== VARIACIÓN DE PRESIÓN (cada 0.5 seg) 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R8:  ││──[ M1000 ]──[  TMR  T1     K5  ]──││  Timer 0.5s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R9:  ││──[  T1  ]───[  ADD  D0  K3  D0 ]──││  P1 sube +0.3 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R10: ││──[  T1  ]───[  SUB  D1  K2  D1 ]──││  P2 baja -0.2 bar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R11: ││──[  T1  ]───[  INC  D12        ]──││  Contador ciclos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R12: ││──[  T1  ]───[  RST  T1         ]──││  Reset timer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Ej.5 – Ladder: evaluación de alarmas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74320" y="914400"/>
            <a:ext cx="8595360" cy="27432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254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65760" y="96012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Parte 2: Evaluación de alarmas y empaquetado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=== ALARMA BAJA PRESIÓN 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R13: ││──[ M1000 ]──[  CMP  D1    D100 ]──││  Comparar P2 vs umbral baja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// M10=D1&gt;D100  M11=D1=D100  M12=D1&lt;D100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R14: ││──[ M12  ]───[  SET  M100       ]──││  Si P2 &lt; umbral → alarma baja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=== ALARMA ALTA PRESIÓN 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R15: ││──[ M1000 ]──[  CMP  D0    D101 ]──││  Comparar P1 vs umbral alta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R16: ││──[ M10  ]───[  SET  M101       ]──││  Si P1 &gt; umbral → alarma alta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=== EMPAQUETAR ALARMAS EN D20 ===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R17: ││──[ M1000 ]──[ MOV  K2M100  D20 ]──││  2 bits M100-M101 → D20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// D20: bit0=M100(bajaP)  bit1=M101(altaP)</a:t>
            </a:r>
            <a:endParaRPr lang="en-US" sz="900" dirty="0"/>
          </a:p>
          <a:p>
            <a:pPr indent="0" marL="0">
              <a:buNone/>
            </a:pPr>
            <a:r>
              <a:rPr lang="en-US" sz="800" i="1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// D20=0: normal  D20=1: baja  D20=2: alta  D20=3: ambas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R18: ││─────────────[     END         ]──││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Prueba: </a:t>
            </a:r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FC03 Addr=20 Qty=1 → D20=0 (normal), esperar a que P2 baje del umbral → D20=1 (alarma baja 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FC06 Addr=100 Value=450 → subir umbral → alarma se activa antes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031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6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PLC a PLC (⭐⭐⭐⭐)</a:t>
            </a:r>
            <a:endParaRPr lang="en-US" sz="1600" dirty="0"/>
          </a:p>
        </p:txBody>
      </p:sp>
      <p:pic>
        <p:nvPicPr>
          <p:cNvPr id="6" name="Image 1" descr="/home/claude/valbol_log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2" descr="/home/claude/smartflex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Ej.6 – Configuración en DCISoft (sin Ladder)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EN DCISoft – NO REQUIERE PROGRAMA LADDER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DCISoft → Tools → Communication Setting → Ethernet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Auto Search → encontrar PLC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Exchange → Enable: Always Enable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Slave: ID=2, IP del segundo PLC (o PC)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Lectura (←): D0-D9 Slave → D200-D209 Master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Escritura (→): D100-D109 Master → D100-D109 Slave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Apply → descargar al PLC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Verificar: </a:t>
            </a:r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ISPSoft Monitor Mode → D200-D209 del Master se actualizan solos con datos del Slave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Resumen: programas Ladder del Módulo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2860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Ejercicio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Instrucciones Ladder usadas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 Modbus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 Valores fijos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D0-D4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FC03 (leer)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 Entradas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MOV, ZRST, K8X0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D50-D58, X0-X7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FC03 (leer)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 Escribir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(ninguna)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D100+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FC06, FC10 (escribir)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 Contador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MOV,TMR,INC,RST,CMP,SET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D0,D10,D100,Y0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FC03+FC06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 Line 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MOV,TMR,ADD,SUB,INC,CMP,SET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D0-2,D10-12,D20,D100-1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FC03+FC06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6: PLC a 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(DCISoft config)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D200-209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Progreso de complejidad: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Ej.1: solo MOV (1 instrucción) → Ej.5: MOV+TMR+ADD+SUB+CMP+SET (6 instrucciones combinadas)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ejercicio construye sobre el anterior. Si un alumno se pierde, puede volver al ejercicio previo como base.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Material complementario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PPTX es la guía visual del instructor.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complementarios: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Guia_Practica_Modulo2_Modbus.docx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Para entregar a los alumnos (ejercicios + diagramas + tablas)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Cheatsheet_Modbus_TCP.pdf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Referencia rápida de 1 página (imprimir para cada alumno)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Modulo2_Modbus_TCP.pptx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Presentación teórica (historia + conceptos + arquitectura)</a:t>
            </a:r>
            <a:endParaRPr lang="en-US" sz="1400" dirty="0"/>
          </a:p>
        </p:txBody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2 - Programas Ladder Modbus</dc:title>
  <dc:subject>PptxGenJS Presentation</dc:subject>
  <dc:creator>VALBOL</dc:creator>
  <cp:lastModifiedBy>VALBOL</cp:lastModifiedBy>
  <cp:revision>1</cp:revision>
  <dcterms:created xsi:type="dcterms:W3CDTF">2026-03-10T20:23:35Z</dcterms:created>
  <dcterms:modified xsi:type="dcterms:W3CDTF">2026-03-10T20:23:35Z</dcterms:modified>
</cp:coreProperties>
</file>