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– Diagramas Ladder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Socket TCP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Ladder para cada ejercicio</a:t>
            </a:r>
            <a:endParaRPr lang="en-US" sz="2000" dirty="0"/>
          </a:p>
        </p:txBody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Ej.2 – Ladder: cargar IP + datos + SOCKSND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74320" y="914400"/>
            <a:ext cx="8595360" cy="33832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65760" y="960120"/>
            <a:ext cx="8412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EJERCICIO 2: Primer envío Socket TCP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Cargar IP destino: 192.168.0.10 (cambiar último octeto)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R1:  ││──[ M1002 ]──[  MOV  K192  D200 ]──││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R2:  ││──[ M1002 ]──[  MOV  K168  D201 ]──││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R3:  ││──[ M1002 ]──[  MOV  K0    D202 ]──││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R4:  ││──[ M1002 ]──[  MOV  K10   D203 ]──││  ← Tu PC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Cargar datos a enviar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R5:  ││──[ M1002 ]──[  MOV  K350  D100 ]──││  Presión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R6:  ││──[ M1002 ]──[  MOV  K220  D101 ]──││  Temperatura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R7:  ││──[ M1002 ]──[  MOV  K1    D102 ]──││  Estado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Enviar al presionar X0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R8:  ││──[  X0  ]───[ SOCKSND K1 D100 K3 K10000 D200 ]──││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//  sock# datos cant puerto   IP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R9:  ││───────────[     END          ]──││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Ej.3 – Ladder: envío periódico con timer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74320" y="914400"/>
            <a:ext cx="8595360" cy="27432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65760" y="960120"/>
            <a:ext cx="8412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EJERCICIO 3: Envío automático cada 5 segundos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Reemplazar Rung 8 del ejercicio 2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IP y datos: igual que ejercicio 2 (R1-R7)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R8:  ││──[ M1000 ]──[  TMR  T0   K50  ]──││  Timer 5 seg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R9:  ││──[  T0  ]───[ SOCKSND K1 D100 K3 K10000 D200 ]──││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// Envia D100-D102 al listener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R10: ││──[  T0  ]───[  INC  D100       ]──││  Presión +1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R11: ││──[  T0  ]───[  RST  T0         ]──││  Reset timer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R12: ││───────────[     END          ]──││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Hercules recibe datos nuevos cada 5 seg, con presión subiendo.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Ej.4 – Ladder: recibir datos con SOCKRCV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74320" y="914400"/>
            <a:ext cx="8595360" cy="27432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65760" y="960120"/>
            <a:ext cx="8412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EJERCICIO 4: Recibir datos desde la PC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El PLC escucha en puerto 10000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R1:  ││──[ M1000 ]──[ SOCKRCV K1 D300 K5 K10000 D200 ]──││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// sock# dest  cant puerto   IP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// Guarda datos recibidos en D300-D304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Verificar si llegó algo (D300 &gt; 0)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R2:  ││──[ M1000 ]──[  CMP  D300  K0   ]──││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// M10=D300&gt;0  M11=D300=0  M12=D300&lt;0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R3:  ││──[ M10  ]───[  SET  Y0         ]──││  LED indicador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R4:  ││───────────[     END          ]──││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Hercules (como cliente): conectar a IP del PLC:10000 y enviar datos.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Ej.5 – Ladder: inicialización del reporte Line Break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74320" y="868680"/>
            <a:ext cx="8595360" cy="3474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65760" y="914400"/>
            <a:ext cx="8412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EJERCICIO 5: REPORTE LINE BREAK COMPLETO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Parte 1: Inicialización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IP destino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R1:  ││──[ M1002 ]──[  MOV  K192  D200 ]──││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R2:  ││──[ M1002 ]──[  MOV  K168  D201 ]──││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R3:  ││──[ M1002 ]──[  MOV  K0    D202 ]──││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R4:  ││──[ M1002 ]──[  MOV  K10   D203 ]──││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Datos iniciales simulados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R5:  ││──[ M1002 ]──[  MOV  K500  D100 ]──││  P1=50.0 bar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R6:  ││──[ M1002 ]──[  MOV  K480  D101 ]──││  P2=48.0 bar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R7:  ││──[ M1002 ]──[  MOV  K510  D102 ]──││  P3=51.0 bar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R8:  ││──[ M1002 ]──[  MOV  K0    D103 ]──││  Ciclos=0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R9:  ││──[ M1002 ]──[  MOV  K1    D104 ]──││  Válv=abierta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R10: ││──[ M1002 ]──[  MOV  K1    D105 ]──││  Modo=auto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R11: ││──[ M1002 ]──[  MOV  K0    D106 ]──││  Alarmas=0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R12: ││──[ M1002 ]──[  MOV  K0    D107 ]──││  Reporte=0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Ej.5 – Ladder: variación de datos + envío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74320" y="914400"/>
            <a:ext cx="8595360" cy="3017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65760" y="96012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Parte 2: Simular variación y enviar cada 5 seg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Timer 5 segundos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R13: ││──[ M1000 ]──[  TMR  T0   K50  ]──││  Timer 5s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Cuando T0 llega: modificar datos + enviar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R14: ││──[  T0  ]───[  ADD  D100 K3  D100 ]──││  P1 +0.3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R15: ││──[  T0  ]───[  SUB  D101 K2  D101 ]──││  P2 -0.2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R16: ││──[  T0  ]───[  INC  D103           ]──││  Ciclos+1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R17: ││──[  T0  ]───[  INC  D107           ]──││  Reporte+1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ENVIAR 8 registros D100-D107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R18: ││──[  T0  ]───[ SOCKSND K1 D100 K8 K10000 D200 ]──││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R19: ││──[  T0  ]───[  RST  T0             ]──││  Reset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R20: ││───────────[     END              ]──││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Hercules recibe 8 valores cada 5 seg = telemetría Line Break por Socket TCP.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Resumen: instrucciones Ladder del Módulo 3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228600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Ejercicio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Instrucciones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Modbus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 Hercules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(ninguna)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 Primer SOCKSND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MOV, SOCKSND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D100-D102, D200-D203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Puerto 10000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 Periódico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TMR, INC, 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T0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5 seg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 SOCKRCV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SOCKRCV, CMP, 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D300-D304, Y0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Bidireccional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 Line Break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MOV,TMR,ADD,SUB,INC,SOCKSND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D100-D107, D200-D203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registros/5seg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 complementario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03a_Modulo3_Socket_TCP(TC).pptx – Teoría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03b_Modulo3_Diagramas_Ladder(GA).pptx – Este archivo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03c_Modulo3_Guia_Practica_Alumnos(GA).docx – Para alumnos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03d_Modulo3_Cheatsheet_Socket(GA).pdf – Referencia rápida</a:t>
            </a:r>
            <a:endParaRPr lang="en-US" sz="1300" dirty="0"/>
          </a:p>
        </p:txBody>
      </p:sp>
      <p:pic>
        <p:nvPicPr>
          <p:cNvPr id="5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6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3 - Ladder Socket TCP</dc:title>
  <dc:subject>PptxGenJS Presentation</dc:subject>
  <dc:creator>VALBOL</dc:creator>
  <cp:lastModifiedBy>VALBOL</cp:lastModifiedBy>
  <cp:revision>1</cp:revision>
  <dcterms:created xsi:type="dcterms:W3CDTF">2026-03-16T22:26:17Z</dcterms:created>
  <dcterms:modified xsi:type="dcterms:W3CDTF">2026-03-16T22:26:17Z</dcterms:modified>
</cp:coreProperties>
</file>