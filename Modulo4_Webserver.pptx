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Webserver Embebido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el PLC desde el navegador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7432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26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 hora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instalar nada – solo un navegador web</a:t>
            </a:r>
            <a:endParaRPr lang="en-US" sz="1400" dirty="0"/>
          </a:p>
        </p:txBody>
      </p:sp>
      <p:pic>
        <p:nvPicPr>
          <p:cNvPr id="8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9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805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Palabra clave: WEBSERVER = PÁGINA WEB DENTRO DEL PLC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DVP12SE tiene un mini servidor web adentro.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abrís el navegador (Chrome, Firefox, del celular), escribís la IP del PLC, y ves los datos en una página web.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entrar a la página de configuración del router WiFi de tu casa, pero en vez de ver la config del router, ves los datos del PLC.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para recordar: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 = página web adentro del PLC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https://192.168.0.82 = la dirección para entrar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 software – solo un navegador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puedo ver desde el webserver?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100584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1440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entradas X0-X7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75488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tiempo real, se actualizan solos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138988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14400" y="1389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salidas Y0-Y3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754880" y="1389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si las electroválvulas están activadas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177393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914400" y="17739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754880" y="17739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Presiones, temperaturas, contadores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215798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914400" y="21579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M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754880" y="21579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de alarma, modos de operación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254203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914400" y="2542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red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754880" y="25420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máscara, gateway del PLC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57200" y="292608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914400" y="29260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PLC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754880" y="2926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RUN/STOP, errores, versión firmware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331012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914400" y="3310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el programa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4754880" y="3310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eso necesitás ISPSoft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57200" y="369417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914400" y="36941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Descargar/subir programas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4754880" y="36941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monitoreo, no programación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acceder al webserver – 3 pasos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97280"/>
            <a:ext cx="548640" cy="9144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109728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188720" y="1097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Conectarse a la misma red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657600" y="10972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WiFi: ValBol_4709_5G (clave: Valbol2024)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cable Ethernet al mismo switch que el PLC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103120"/>
            <a:ext cx="548640" cy="9144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4" name="Text 10"/>
          <p:cNvSpPr/>
          <p:nvPr/>
        </p:nvSpPr>
        <p:spPr>
          <a:xfrm>
            <a:off x="457200" y="210312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1188720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el navegador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657600" y="21031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Firefox, Edge, Safari, o el del celular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Escribir: https://192.168.0.82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3108960"/>
            <a:ext cx="548640" cy="9144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" y="310896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1188720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657600" y="31089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Usuario: Admin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Contraseña: vMiRtu800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Funciona desde PC, tablet, celular – cualquier dispositivo con navegador web.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Webserver vs ISPSoft: ¿cuándo uso cada uno?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ISPSoft Monitor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Necesita software?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– solo navegador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– ISPSoft + COMMGR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 celular?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Modificar programa?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Forzar salidas?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para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Verificación rápida en 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 y debugging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Usuarios simultáneos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Varios (navegadores)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(por COMMGR)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Webserver = para mirar rápido en campo. ISPSoft = para programar y debuggear en el taller.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Más allá del webserver: integración web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webserver embebido es básico. Para dashboards profesionales se usa un gateway intermedio: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1645920"/>
            <a:ext cx="1828800" cy="8229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5720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DVP12SE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3200" y="1645920"/>
            <a:ext cx="1828800" cy="82296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74320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(Node-RED, Python)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0" y="1645920"/>
            <a:ext cx="1828800" cy="82296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02920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App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15200" y="1645920"/>
            <a:ext cx="1828800" cy="82296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31520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/ PC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286000" y="1965960"/>
            <a:ext cx="457200" cy="54864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19" name="Shape 15"/>
          <p:cNvSpPr/>
          <p:nvPr/>
        </p:nvSpPr>
        <p:spPr>
          <a:xfrm>
            <a:off x="4572000" y="1965960"/>
            <a:ext cx="457200" cy="54864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20" name="Shape 16"/>
          <p:cNvSpPr/>
          <p:nvPr/>
        </p:nvSpPr>
        <p:spPr>
          <a:xfrm>
            <a:off x="6858000" y="1965960"/>
            <a:ext cx="457200" cy="54864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21" name="Text 17"/>
          <p:cNvSpPr/>
          <p:nvPr/>
        </p:nvSpPr>
        <p:spPr>
          <a:xfrm>
            <a:off x="457200" y="26517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de gateway (no las vamos a programar, pero es bueno saber que existen):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Node-RED: flujo visual, arrastrás bloques, conectás Modbus con dashboard web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+ Flask: script que lee Modbus TCP y sirve datos JSON por HTTP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Ubidots / IoT Gateway: plataforma cloud para monitoreo remoto por internet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KEPServerEX + OPC: solución industrial para conectar con SCADA grandes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PRÁCTICAS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Acceder y explorar el webserver</a:t>
            </a:r>
            <a:endParaRPr lang="en-US" sz="1600" dirty="0"/>
          </a:p>
        </p:txBody>
      </p:sp>
      <p:pic>
        <p:nvPicPr>
          <p:cNvPr id="5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Práctica 1: Acceder al webserver desde PC (⭐)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al webserver del PLC y navegar las secciones.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10 min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Conectarse a WiFi ValBol_4709_5G (clave: Valbol2024)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Abrir Chrome → escribir https://192.168.0.82 → Enter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Login: Admin / vMiRtu800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Recorrer las secciones: I/O Status, Register, Configuration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Identificar: estado de entradas X, salidas Y, registros 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Completado: ves los datos del PLC en el navegador de la PC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Práctica 2: Acceder desde el celular (⭐⭐)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Demostrar que funciona desde CUALQUIER dispositivo con navegador.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5 min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 tu celular: conectarse a WiFi ValBol_4709_5G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Abrir Chrome/Safari del celular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Escribir https://192.168.0.82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Login: Admin / vMiRtu800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Navegar las mismas secciones que en la PC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Impacto: en campo, con un celular y la WiFi del tablero, podés verificar el estado del PLC sin llevar notebook ni cables.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Práctica 3: Comparar webserver vs ISPSoft (⭐⭐)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que los mismos datos aparecen en ambas herramientas.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10 min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Abrir ISPSoft → Monitor Mode (F8) → ver D0-D10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Abrir webserver en otra ventana → ver los mismos registros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Activar una entrada física (X0)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Observar el cambio en AMBAS pantallas simultáneamente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Modificar un registro D desde ISPSoft → ver que cambia en la web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para discutir: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¿Cuál actualiza más rápido?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¿Cuál es más cómodo para verificar en campo?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¿Cuál necesita menos equipamiento?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Preguntas de verificación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365760" cy="38404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100584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14400" y="10058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necesito instalar para usar el webserver?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1444752"/>
            <a:ext cx="365760" cy="38404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14447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14400" y="14447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URL para acceder al PLC SENSIA?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1883664"/>
            <a:ext cx="365760" cy="38404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188366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14400" y="188366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¿Puedo modificar el programa del PLC desde el webserver?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57200" y="2322576"/>
            <a:ext cx="365760" cy="38404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2322576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914400" y="232257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¿Desde qué dispositivos puedo acceder?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57200" y="2761488"/>
            <a:ext cx="365760" cy="38404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276148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914400" y="276148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ventaja tiene el webserver sobre ISPSoft para campo?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57200" y="3200400"/>
            <a:ext cx="365760" cy="38404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5" name="Text 21"/>
          <p:cNvSpPr/>
          <p:nvPr/>
        </p:nvSpPr>
        <p:spPr>
          <a:xfrm>
            <a:off x="457200" y="320040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914400" y="32004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gateway IoT y para qué sirve?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Respuestas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2296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– solo un navegador web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(Chrome, Firefox, Safari, Edge, del celular)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22960" y="1444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https://192.168.0.82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29200" y="14447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(Admin / vMiRtu800)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22960" y="18836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– solo monitoreo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029200" y="18836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(para programar necesitás ISPSoft)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22960" y="23225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PC, notebook, tablet, celular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029200" y="23225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(cualquiera con navegador + misma red)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22960" y="2761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 software ni cables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029200" y="2761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(solo WiFi y navegador)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22960" y="3200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entre PLC y dashboards web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502920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(Node-RED, Python Flask, Ubidots, OPC)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Palabras clave del Módulo 4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27432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WEBSERVER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383280" y="1005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web adentro del PLC – no necesita software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1517904"/>
            <a:ext cx="2743200" cy="457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15179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https://IP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83280" y="151790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URL para entrar (https://192.168.0.82)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2029968"/>
            <a:ext cx="27432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20299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SOLO MONITOREO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83280" y="20299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Podemos VER pero no MODIFICAR el programa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2542032"/>
            <a:ext cx="274320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25420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CUALQUIER NAVEGADOR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383280" y="254203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Firefox, Safari, del celular – todos sirven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7200" y="3054096"/>
            <a:ext cx="2743200" cy="4572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305409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383280" y="305409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para dashboards profesionales (Node-RED, etc.)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4 completado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2860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51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módulo: Email / Notificaciones SMTP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 alarmas del PLC en tu casilla de correo</a:t>
            </a:r>
            <a:endParaRPr lang="en-US" sz="1500" dirty="0"/>
          </a:p>
        </p:txBody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4 - Webserver</dc:title>
  <dc:subject>PptxGenJS Presentation</dc:subject>
  <dc:creator>VALBOL</dc:creator>
  <cp:lastModifiedBy>VALBOL</cp:lastModifiedBy>
  <cp:revision>1</cp:revision>
  <dcterms:created xsi:type="dcterms:W3CDTF">2026-03-16T11:19:11Z</dcterms:created>
  <dcterms:modified xsi:type="dcterms:W3CDTF">2026-03-16T11:19:11Z</dcterms:modified>
</cp:coreProperties>
</file>